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-62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E57C-5E3F-E16C-5F55-BD5B5022F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5E8A3-0619-FC15-F723-C89B47EA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35DC8-D39A-BC89-D295-3E896AB0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40B84-0AD0-BE19-CC7B-A27E8527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6B93-4032-9467-4C76-34F8573B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608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95D3-D5CD-E56B-D37E-1058309B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73F0B-53BA-AC95-6138-8E129C90D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F1D6-8C78-9A97-85B8-973D3A1F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39555-1EB6-546B-D5E0-C6004153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C1A11-91D2-5397-9E35-3E9ED4AD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60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A521-D390-45F3-3567-F0948DB3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410B5-47CF-666A-7FDD-6DA0DE017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98E28-A420-3336-9620-61AA2112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2C864-8CA8-1D04-DCC0-0448C673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B1FE1-9022-D92A-1375-BE8A3443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694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8A84-8E3B-9182-125D-0EF12EFA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12B9F-68B1-E642-11E5-79C76BCCA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E8BDC-A713-DC06-F6FA-74575C76F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75E84-1E1B-0D25-F8BC-26E19EF1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D8474-F3B6-E81C-8E03-B736507E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06CE8-2EF4-17FF-8700-396DD8D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8870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12FC-6135-3DB5-DE9B-F64CDB11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61061-B5C5-5E56-207A-7CF829A86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27A60-F53E-78BE-C3E2-8882596C9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FB444-D35A-31BE-DB12-0A212EF84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73065-3264-E40A-6000-8BBDB10A2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05B20-97E4-288A-94AD-DD074FFB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8F1AA-F3D2-6D43-0225-6A0B0378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749F3-D9D7-F016-46E0-4586EE48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811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29D0-5F28-7F39-CA3A-EE1BB2B93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586D7-4AD7-0BB0-0EAB-0FFC8C4A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CD714-C0F0-0702-5198-B118881D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E5128-C708-1A1C-00AE-6CB08144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618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D991-05E1-5FA5-56EB-A850B334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CB2D0-8FE2-C9C4-DCE0-1CBD38B3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8CFE0-A10C-7F91-08B7-C26858C8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777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7D67-80DF-5CD5-BB2A-A8A7DB94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4D777-F3B8-ADE2-C899-2714FE211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A4E0A-FC81-AFB0-580E-4D6FA33C7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FAFA9-A694-E484-3A26-C45BDC92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63B43-8C6E-0E21-58E2-EB9FB5415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62328-9DCF-00FC-950E-2B0B5E54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0552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2F5F-3B8F-DBF4-4B4C-CF89940B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D8FA6F-2170-9612-40F0-B455A11EB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D43AC-2141-553F-A2BC-F2006B2F4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D32B3-75C8-C2D2-D2FD-1BCE7B23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20B18-6C23-8A1C-6F99-FA3FAB1E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2A392-A90D-6281-1EEE-2E02073D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495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54CF-C2AB-D973-279E-8D535C16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6727-B7A4-B1D5-2F17-34D086E0D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D8703-03CE-6188-93DD-509E1D55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41FDC-A756-4819-13A8-46695ABA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2FEC-A346-63FD-2AB5-1A05F197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4487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127BA-E09D-7071-1DFF-D2E2B8F94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F0C70-54B0-12F0-F313-F7117B26D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A9B31-5C71-BD05-577A-C2554FEB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FF227-6311-A2D5-4FA4-9308C819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C71EF-370F-3240-B0FD-E95B1484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6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96A29-AFEB-50DD-EFE5-B7F63EAF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6E5AF-0107-C01A-1048-D1C8D688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D9C43-7965-E2D0-A83F-237FD092A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BE791-B393-4A72-97F8-776329DC8DFF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72BA-7AA6-0940-1F3E-94B91EDB5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9A857-2734-5EA1-3AE5-4CF32D9DC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88BC0-1E00-4B57-AA6E-F3ED361B74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921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9029C9E-6603-B7B3-32E1-D55A49E19A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836356"/>
              </p:ext>
            </p:extLst>
          </p:nvPr>
        </p:nvGraphicFramePr>
        <p:xfrm>
          <a:off x="1051560" y="169164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611947" imgH="6947829" progId="Origin95.Graph">
                  <p:embed/>
                </p:oleObj>
              </mc:Choice>
              <mc:Fallback>
                <p:oleObj name="Graph" r:id="rId2" imgW="8611947" imgH="6947829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51560" y="169164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6D22360-2F3E-A1D0-38A4-A2BC0241D9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8053618"/>
              </p:ext>
            </p:extLst>
          </p:nvPr>
        </p:nvGraphicFramePr>
        <p:xfrm>
          <a:off x="7040528" y="169164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8171334" imgH="6999424" progId="Origin95.Graph">
                  <p:embed/>
                </p:oleObj>
              </mc:Choice>
              <mc:Fallback>
                <p:oleObj name="Graph" r:id="rId4" imgW="8171334" imgH="6999424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40528" y="169164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15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A2969D4-D0CE-D33E-2308-46BA84629E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5168081"/>
              </p:ext>
            </p:extLst>
          </p:nvPr>
        </p:nvGraphicFramePr>
        <p:xfrm>
          <a:off x="670560" y="147828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201955" imgH="6841228" progId="Origin95.Graph">
                  <p:embed/>
                </p:oleObj>
              </mc:Choice>
              <mc:Fallback>
                <p:oleObj name="Graph" r:id="rId2" imgW="8201955" imgH="6841228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560" y="147828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646FCBB-2042-4C79-27E2-B0D724CCE9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4144552"/>
              </p:ext>
            </p:extLst>
          </p:nvPr>
        </p:nvGraphicFramePr>
        <p:xfrm>
          <a:off x="7008814" y="1478281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8049697" imgH="6842507" progId="Origin95.Graph">
                  <p:embed/>
                </p:oleObj>
              </mc:Choice>
              <mc:Fallback>
                <p:oleObj name="Graph" r:id="rId4" imgW="8049697" imgH="6842507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08814" y="1478281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4461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FCF5D9C-5F9A-EDF1-6AA9-15DEB3895D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41024"/>
              </p:ext>
            </p:extLst>
          </p:nvPr>
        </p:nvGraphicFramePr>
        <p:xfrm>
          <a:off x="756285" y="1204278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974730" imgH="6841228" progId="Origin95.Graph">
                  <p:embed/>
                </p:oleObj>
              </mc:Choice>
              <mc:Fallback>
                <p:oleObj name="Graph" r:id="rId2" imgW="8974730" imgH="6841228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6285" y="1204278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C3BA2A4-A9DB-F05B-9F66-91A26E6723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842542"/>
              </p:ext>
            </p:extLst>
          </p:nvPr>
        </p:nvGraphicFramePr>
        <p:xfrm>
          <a:off x="7114540" y="1204278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8281062" imgH="7016480" progId="Origin95.Graph">
                  <p:embed/>
                </p:oleObj>
              </mc:Choice>
              <mc:Fallback>
                <p:oleObj name="Graph" r:id="rId4" imgW="8281062" imgH="701648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14540" y="1204278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785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8E2456F-E470-E846-1115-68220F9A0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1617535"/>
              </p:ext>
            </p:extLst>
          </p:nvPr>
        </p:nvGraphicFramePr>
        <p:xfrm>
          <a:off x="692150" y="143891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665110" imgH="7016480" progId="Origin95.Graph">
                  <p:embed/>
                </p:oleObj>
              </mc:Choice>
              <mc:Fallback>
                <p:oleObj name="Graph" r:id="rId2" imgW="8665110" imgH="701648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2150" y="143891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3FAC2A-344C-AD63-CAC0-56D674CC45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0245274"/>
              </p:ext>
            </p:extLst>
          </p:nvPr>
        </p:nvGraphicFramePr>
        <p:xfrm>
          <a:off x="7216141" y="143891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8860323" imgH="7016480" progId="Origin95.Graph">
                  <p:embed/>
                </p:oleObj>
              </mc:Choice>
              <mc:Fallback>
                <p:oleObj name="Graph" r:id="rId4" imgW="8860323" imgH="7016480" progId="Origin95.Grap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A7CD40-14AF-BBCA-C0D8-DBD97DF94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16141" y="143891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456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D798054-7470-D86E-786A-04274E7ECB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980610"/>
              </p:ext>
            </p:extLst>
          </p:nvPr>
        </p:nvGraphicFramePr>
        <p:xfrm>
          <a:off x="615950" y="1265238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784194" imgH="7016480" progId="Origin95.Graph">
                  <p:embed/>
                </p:oleObj>
              </mc:Choice>
              <mc:Fallback>
                <p:oleObj name="Graph" r:id="rId2" imgW="8784194" imgH="701648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5950" y="1265238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8B1F625-50D6-D607-3913-27B05C6C6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4929741"/>
              </p:ext>
            </p:extLst>
          </p:nvPr>
        </p:nvGraphicFramePr>
        <p:xfrm>
          <a:off x="6677978" y="1265238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8317638" imgH="6842507" progId="Origin95.Graph">
                  <p:embed/>
                </p:oleObj>
              </mc:Choice>
              <mc:Fallback>
                <p:oleObj name="Graph" r:id="rId4" imgW="8317638" imgH="6842507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77978" y="1265238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690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0ABBCC9-153C-5310-4BB3-2166444ED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008625"/>
              </p:ext>
            </p:extLst>
          </p:nvPr>
        </p:nvGraphicFramePr>
        <p:xfrm>
          <a:off x="3421063" y="1066800"/>
          <a:ext cx="54864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397169" imgH="6842507" progId="Origin95.Graph">
                  <p:embed/>
                </p:oleObj>
              </mc:Choice>
              <mc:Fallback>
                <p:oleObj name="Graph" r:id="rId2" imgW="8397169" imgH="6842507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1063" y="1066800"/>
                        <a:ext cx="5486400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802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1CF5A25-6A2D-AE80-FE2D-C4C4F4ED9C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527918"/>
              </p:ext>
            </p:extLst>
          </p:nvPr>
        </p:nvGraphicFramePr>
        <p:xfrm>
          <a:off x="633730" y="144399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387812" imgH="6988764" progId="Origin95.Graph">
                  <p:embed/>
                </p:oleObj>
              </mc:Choice>
              <mc:Fallback>
                <p:oleObj name="Graph" r:id="rId2" imgW="8387812" imgH="6988764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3730" y="144399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5709A46-6AD0-2CB0-34ED-058326121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0500172"/>
              </p:ext>
            </p:extLst>
          </p:nvPr>
        </p:nvGraphicFramePr>
        <p:xfrm>
          <a:off x="6742430" y="1443990"/>
          <a:ext cx="4572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8387812" imgH="6988764" progId="Origin95.Graph">
                  <p:embed/>
                </p:oleObj>
              </mc:Choice>
              <mc:Fallback>
                <p:oleObj name="Graph" r:id="rId4" imgW="8387812" imgH="6988764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42430" y="1443990"/>
                        <a:ext cx="45720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226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5BD2C47-47B9-22FA-842A-F613AA246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307283"/>
              </p:ext>
            </p:extLst>
          </p:nvPr>
        </p:nvGraphicFramePr>
        <p:xfrm>
          <a:off x="799465" y="1538160"/>
          <a:ext cx="4572000" cy="378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8807161" imgH="7282983" progId="Origin95.Graph">
                  <p:embed/>
                </p:oleObj>
              </mc:Choice>
              <mc:Fallback>
                <p:oleObj name="Graph" r:id="rId2" imgW="8807161" imgH="7282983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9465" y="1538160"/>
                        <a:ext cx="4572000" cy="3781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078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Graph</vt:lpstr>
      <vt:lpstr>Origin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Samiul Islam</dc:creator>
  <cp:lastModifiedBy>Samiul Islam</cp:lastModifiedBy>
  <cp:revision>2</cp:revision>
  <dcterms:created xsi:type="dcterms:W3CDTF">2026-06-28T15:16:38Z</dcterms:created>
  <dcterms:modified xsi:type="dcterms:W3CDTF">2026-06-29T04:26:32Z</dcterms:modified>
</cp:coreProperties>
</file>