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3" r:id="rId2"/>
  </p:sldMasterIdLst>
  <p:notesMasterIdLst>
    <p:notesMasterId r:id="rId13"/>
  </p:notesMasterIdLst>
  <p:sldIdLst>
    <p:sldId id="288" r:id="rId3"/>
    <p:sldId id="302" r:id="rId4"/>
    <p:sldId id="307" r:id="rId5"/>
    <p:sldId id="297" r:id="rId6"/>
    <p:sldId id="316" r:id="rId7"/>
    <p:sldId id="265" r:id="rId8"/>
    <p:sldId id="309" r:id="rId9"/>
    <p:sldId id="308" r:id="rId10"/>
    <p:sldId id="315" r:id="rId11"/>
    <p:sldId id="305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00FF"/>
    <a:srgbClr val="3333C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570" autoAdjust="0"/>
  </p:normalViewPr>
  <p:slideViewPr>
    <p:cSldViewPr snapToGrid="0">
      <p:cViewPr varScale="1">
        <p:scale>
          <a:sx n="128" d="100"/>
          <a:sy n="128" d="100"/>
        </p:scale>
        <p:origin x="15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F2444B-2CBB-6787-DE0D-B72C256C2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9DF69-3F68-85DB-6BE9-EC7E0CCEA21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AAC64C2-39C0-4BF4-8E5D-1BDD41128580}" type="datetimeFigureOut">
              <a:rPr lang="en-US"/>
              <a:pPr>
                <a:defRPr/>
              </a:pPr>
              <a:t>11/22/2024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06E3B8-AB54-625A-1B18-9BF0AC5AC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DDE54E0-398C-4CC4-8C96-C84F5BBC5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8D9D1-20A0-7A80-12FE-0747BA420C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DA95C-5631-17AA-466A-D8909C5DC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65A7B7B-B515-4B79-A7DF-8F5857295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64351843-7A08-4702-9583-0271BD24E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43B410EF-E25C-829F-0E0C-770ED7FC8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32FAA61-14DA-7D10-8627-8ED63C029E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2B4B4B9-339C-439F-93A9-129A934AC09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75C0C14F-257B-1709-6D8A-6A5F96A87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D551A29-5598-AA66-5A64-BBDFA8C55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31CA9563-D561-1726-2C67-87DD2B4A80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A4ABA86-DF53-48A1-B508-975A08690EC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55FB568D-43E7-FFC9-2B45-95EB53A51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FF012DBF-E736-2900-DD3A-D7CDC848D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 dirty="0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83FD511D-DC92-2C75-7C4D-D27D030388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3473EE7-9592-4445-84CF-3EC1BEB4D15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9416DE01-03A1-2BBB-C180-EF48F7F73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137078F4-398A-436B-96F6-2341B3561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baseline="-25000" dirty="0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925BCA5C-840E-3B1C-A7D5-9AE71025D3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4FE934-03BB-4A0A-B7EE-9CFE0C0CF004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702C12EC-D6F6-4FEF-1516-FD83777E06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282365D9-6763-4C29-AB27-575FECF44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BA00C2A7-D41B-53E9-6A66-372458F1E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5184C6-5D82-498B-915B-1E22D1F84AC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6E3F336-DC8D-93E8-667F-E56D28FD0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75F4260-AE3C-43BF-2FDD-6A575DADE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42F76A2-8D8B-A028-A20B-68CDE34BD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08EF7F5-0754-4643-A7EE-F66CF6AD98D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2FB97417-52B1-9593-5721-2994CCD39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937A6690-4BBA-5644-949B-D0E6652F8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B8BF78A3-2B98-2992-C377-A7A8684C80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719319-EB56-4746-94DA-378970606E5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5A7B7B-B515-4B79-A7DF-8F585729533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3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E4ACA-5A29-9F8C-7031-EFAF0426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74DF5F67-1844-DA4D-6AB4-7DB6A0639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80FFB8E9-B14F-AD5E-5782-C9CD5C8E6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435B9B53-1FAD-C6CC-E185-489524F9D5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6840F5-734A-47F1-9473-2F927DCEF80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783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90738A66-3522-4C63-F253-CB38CB7B7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8A29C703-3BD2-9F00-369E-D3A564AA7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E7CC9A2-FEEF-6C2D-C612-1BF5BAC6C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45AA19F-7D9F-4BCA-91D8-98A05136A92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185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D8C02-1422-751E-7B5B-734CD0A6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B1C87-3CA3-474B-9BBE-C7DBE18018FA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F574A-BA46-AFEA-59B8-2EE21372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F5F50-8A31-FE39-B93D-39424782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A8253-6634-4081-8462-A9ED7E9239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1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3854-81AF-83F5-E1A0-C6963FC5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B2932-82EE-430C-B526-C2AED1305BFC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8D2EA-F37C-BF66-4F9C-B417FFEE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677FF-4CF8-E542-5984-6944EC74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19E56-A2AF-40C5-A31D-49F2205D1E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98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E8C31-570B-563A-46E7-3A945BBD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FCEDC-A12F-4FBB-BB3B-D9AF316B3B63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E071-1471-9F62-3B96-C451C4EE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6A726-1AF3-F390-789C-133B5E4A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3AC78-956E-4C6B-8814-FFACC8FEEF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9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330824-97DD-DED9-04E7-DAD98400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2BC1FD-87AF-45AE-9652-061614A4A2E7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A24666-E533-8502-1D9D-A78DCCBA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BC5C0A-3EB7-DF7C-1C23-72C5A0B5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1C690-0890-407A-A988-0D415A1862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54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5765080-898E-F005-ABEF-7FAC01D5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07C55-F16A-4B53-863A-9AFFB5787327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6D1554-497A-3EBC-982B-560E089A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6D50A2-0BEA-8C89-D6E3-B60AEFC2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75B37-45A6-45F6-80C3-FD17CB956D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46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392B93C-EEEE-5282-4205-A67A2CE3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93966-EA17-449F-BF46-0789000EC6B7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15D438D-316F-8811-B9EE-E0351497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294F43-831F-FF77-D0E4-2F6AF51F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D1E09-08B2-477E-BAEB-1C8DE027D2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36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690AD91-0123-CDCE-7133-1B4DC970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0BF96-0F10-462D-A548-FB5D7712C406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2D8B22-3B2F-6B77-2606-2C4274348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305F98-35EA-0997-E451-5CD6E67B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0D174-659A-4A9D-B5DA-0D59B094BD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1F3399-92D5-BBF2-C123-DE825A8D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7256B-46A6-4F66-815D-033612AA2D61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592384E-DE93-B5B7-40EB-3D1DE3C0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BD467A-63CE-26F8-1922-9875808B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7A2A28-FA16-49F7-B417-0DEE6EDBBA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3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1049BC4-F3AC-061B-356D-723EBF49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B2389-90B2-4369-B01A-C8297689874E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E3D0CA-0C1C-B13D-C699-76446455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58D2ED-CCB7-7FC1-C08B-2C894FCA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64358-2D93-4FA3-89F5-72FF7D9610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55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A316F-F6AD-DD83-7B3E-541595D5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4D940-F774-48F9-8E1A-E6FAD39539B2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0FEF-725A-4EFA-6E05-60074317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028CE-58C3-D504-2FBF-6631EFE9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93108-DA45-4E9A-81E9-9E481DAF5D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27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620CA-4DA3-A4BD-6175-F765D974F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74C6E-BEA0-4385-94E5-6C67DC8C7EF8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E51A9-628A-506D-8FBE-58C0BBD1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22C30-6FEB-75DC-A929-95375E15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77D7E-3F5E-4E42-94F0-5B67DD2FB8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409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7CD2-2B4D-DA9B-5F50-5557A9124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50C53-7008-311C-6DA5-E40C6CE30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AC05E-D2AD-746E-43EC-F35398C9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30BC0-94E8-B26D-07D4-A4D56BC2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BAA72-47BF-AAB6-F638-88D3E506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764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45D4-1E90-AC16-0608-348A8B9E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291A-408F-99BF-3229-1CA1D6ED9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50C34-8E3D-47EE-E871-877BB09E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A15E3-5CEB-5147-4771-63BA00D3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C46B0-7AD1-B4DD-0ADA-D2C693F7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787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7D70-02EB-AAD9-9A2D-B9AFBB68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23F39-9083-8780-8166-FEBE67109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51540-DAA4-26FF-259C-9546A78F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B05C-0C3C-D86F-033B-9E221295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B5D79-47D3-B2C8-DA71-E5D5E9D2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782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A1A3-4044-EFDB-21CA-DE0701B9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45A7-A69C-2642-464F-F0795B01E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6A33B-D67A-8BAD-4514-C47B73125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11B60-71EA-7AAC-A20B-12DE6FAD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6FA9E-C0F0-F975-4F1E-B5AE6FE6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209C-AB26-D6BF-C66F-F26458DC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368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FACE-9289-87E1-7F12-462166F2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C9322-374F-36F3-4FF2-355AEABA3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33414-5442-450C-D495-721A4CBC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B9371-8621-FB41-11AA-9F87DD55E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7CF66-E6CC-2876-3B48-76F5EED25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E353C-3233-D8C7-4BA9-996C534A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9D67EC-8A34-31AC-6F04-D0D6AC67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8C327-915E-CD55-ABFB-859ED001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09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A4C6-D6E4-E6B4-875D-314FB8AB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CF5F2-C560-CCAA-62D0-E8535307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213C2-2069-5502-5436-387A3179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1DD02-9D1C-692B-DAC6-D3EA6BBA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437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30822-5451-8F3F-9494-A9B1E40A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D34F74-2ED8-F7B4-FFF0-11164DD5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6B651-241B-57E9-AF2A-72DA383C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103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9488-2CC9-FC89-8CCB-15E636CC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96A3-8ADB-DCEC-EA8E-4FF45631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5147E-8A98-562C-A625-278ADB95F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136E2-2778-D173-4607-AADD5B21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CC4E3-4958-5EA4-7105-AF8B1604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77456-DC25-E3B9-5CB8-265ED11C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5601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18BB-74F4-49B0-32BF-B940041D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1EFE5-E2C9-1540-55C1-E3CB92E30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D1EF3-EF8D-1C25-41C4-CEAAC0A53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DFD9D-831E-57A7-6C37-F271B41E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7CFE2-1AF9-BFD9-78E6-F533C2BE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5FDC0-0E0F-721C-FC3B-C1789BFA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16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A6CD-C546-E2F8-B160-4ED23B1C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67F3-265D-EB0C-3F11-E8AEFB3A8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980A-782E-890A-0ABF-8CE9C917F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63F9-CDB2-1679-BFD6-2BF74F90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82CF8-CB4A-6E6A-AF76-CA1BD6E0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002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A256BF-463F-4B64-CA76-EA9A9E3F6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F23DB-55B8-37F1-5212-FADBDA3C5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134B8-AE71-8ACB-743E-C32D2E81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EF3E0-DF07-E903-FF11-CFC2E693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C946A-170E-A98C-D6A0-C16077DD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85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1AAC45B-5BBD-58FB-2E12-66EC4E5B6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678B981-A060-716D-834B-5282BC290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9CF72-E058-7809-A96A-2D393B831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9AE4C78-E073-4D1E-88CF-372003DE55B5}" type="datetimeFigureOut">
              <a:rPr lang="en-GB"/>
              <a:pPr>
                <a:defRPr/>
              </a:pPr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20D6D-F8A5-DB0A-573C-6F01DE228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19A2D-E930-5A08-5E00-7E80602F3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229432-E162-453D-AE87-4BA6389BC4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88DE7-C507-84F8-0484-18055F6D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08DBC-3188-84E3-785B-E2763619D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81FD7-9040-2429-8E4A-123119DDE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AC0B6-BBD6-4C13-8980-574B8313A96A}" type="datetimeFigureOut">
              <a:rPr lang="en-GB" smtClean="0"/>
              <a:t>22/11/2024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AA19-B2DC-1A2B-4978-E30ED68C8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3FBE-3A59-A89C-F29E-F324809FB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E97-F2BC-4838-92BD-F2F394EE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30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emf"/><Relationship Id="rId11" Type="http://schemas.openxmlformats.org/officeDocument/2006/relationships/image" Target="../media/image26.emf"/><Relationship Id="rId5" Type="http://schemas.openxmlformats.org/officeDocument/2006/relationships/oleObject" Target="../embeddings/oleObject20.bin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22.emf"/><Relationship Id="rId9" Type="http://schemas.openxmlformats.org/officeDocument/2006/relationships/image" Target="../media/image2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>
            <a:extLst>
              <a:ext uri="{FF2B5EF4-FFF2-40B4-BE49-F238E27FC236}">
                <a16:creationId xmlns:a16="http://schemas.microsoft.com/office/drawing/2014/main" id="{0B019DDD-C25C-58AE-4ADB-C532DF0DB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5813" y="602773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Figure 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E5ADFA-6E14-4675-CE87-1D13CF43C06E}"/>
              </a:ext>
            </a:extLst>
          </p:cNvPr>
          <p:cNvGrpSpPr/>
          <p:nvPr/>
        </p:nvGrpSpPr>
        <p:grpSpPr>
          <a:xfrm>
            <a:off x="63500" y="1081443"/>
            <a:ext cx="12065000" cy="4684797"/>
            <a:chOff x="63500" y="1081443"/>
            <a:chExt cx="12065000" cy="46847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7B51DA5-1708-F35C-FDCC-FC8CFBC02703}"/>
                </a:ext>
              </a:extLst>
            </p:cNvPr>
            <p:cNvGrpSpPr/>
            <p:nvPr/>
          </p:nvGrpSpPr>
          <p:grpSpPr>
            <a:xfrm>
              <a:off x="63500" y="1081443"/>
              <a:ext cx="6831750" cy="4684797"/>
              <a:chOff x="425131" y="1066259"/>
              <a:chExt cx="6831750" cy="4684797"/>
            </a:xfrm>
          </p:grpSpPr>
          <p:sp>
            <p:nvSpPr>
              <p:cNvPr id="4100" name="TextBox 7">
                <a:extLst>
                  <a:ext uri="{FF2B5EF4-FFF2-40B4-BE49-F238E27FC236}">
                    <a16:creationId xmlns:a16="http://schemas.microsoft.com/office/drawing/2014/main" id="{56FB6057-D478-4F72-5E27-361EFA4272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1126" y="1076576"/>
                <a:ext cx="577402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</a:p>
            </p:txBody>
          </p:sp>
          <p:sp>
            <p:nvSpPr>
              <p:cNvPr id="4101" name="TextBox 8">
                <a:extLst>
                  <a:ext uri="{FF2B5EF4-FFF2-40B4-BE49-F238E27FC236}">
                    <a16:creationId xmlns:a16="http://schemas.microsoft.com/office/drawing/2014/main" id="{620288A1-4898-9626-885E-FAA342839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1846" y="1066259"/>
                <a:ext cx="595035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CD39D0C-6B61-7F5D-A92C-1E33A5895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5131" y="1558833"/>
                <a:ext cx="6236715" cy="4192223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3981DF4-9AC0-8CFC-E7F4-A1D0CA822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2615" y="1167789"/>
              <a:ext cx="5675885" cy="45224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71B4858-7C99-9FE7-2F93-5DB41764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26622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149" name="TextBox 1">
            <a:extLst>
              <a:ext uri="{FF2B5EF4-FFF2-40B4-BE49-F238E27FC236}">
                <a16:creationId xmlns:a16="http://schemas.microsoft.com/office/drawing/2014/main" id="{8C28121B-3C23-C6AD-35E9-0345F59BF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5813" y="602773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  <a:cs typeface="Arial" panose="020B0604020202020204" pitchFamily="34" charset="0"/>
              </a:rPr>
              <a:t>Figure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66725E-A2EA-B97A-BCE9-7BB2A4692006}"/>
              </a:ext>
            </a:extLst>
          </p:cNvPr>
          <p:cNvGrpSpPr/>
          <p:nvPr/>
        </p:nvGrpSpPr>
        <p:grpSpPr>
          <a:xfrm>
            <a:off x="1381637" y="916656"/>
            <a:ext cx="8496220" cy="5033740"/>
            <a:chOff x="1381637" y="916656"/>
            <a:chExt cx="8496220" cy="503374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54946B-92B3-E2C0-2C30-CA6E163D68A3}"/>
                </a:ext>
              </a:extLst>
            </p:cNvPr>
            <p:cNvGrpSpPr/>
            <p:nvPr/>
          </p:nvGrpSpPr>
          <p:grpSpPr>
            <a:xfrm>
              <a:off x="1381637" y="916656"/>
              <a:ext cx="8496220" cy="5033740"/>
              <a:chOff x="1381637" y="916656"/>
              <a:chExt cx="8496220" cy="5033740"/>
            </a:xfrm>
          </p:grpSpPr>
          <p:grpSp>
            <p:nvGrpSpPr>
              <p:cNvPr id="6147" name="Group 42">
                <a:extLst>
                  <a:ext uri="{FF2B5EF4-FFF2-40B4-BE49-F238E27FC236}">
                    <a16:creationId xmlns:a16="http://schemas.microsoft.com/office/drawing/2014/main" id="{3855E337-6A44-7E02-0383-1962606046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3805" y="958186"/>
                <a:ext cx="4597318" cy="4992210"/>
                <a:chOff x="2937163" y="693929"/>
                <a:chExt cx="4448057" cy="499058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4818F8B-50F2-B8A7-9DFB-F97A5FE8CF10}"/>
                    </a:ext>
                  </a:extLst>
                </p:cNvPr>
                <p:cNvSpPr/>
                <p:nvPr/>
              </p:nvSpPr>
              <p:spPr>
                <a:xfrm>
                  <a:off x="4004060" y="1874404"/>
                  <a:ext cx="2757738" cy="93314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412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600" b="1" u="sng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1600" b="1" u="sng" dirty="0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Landau-Khalatnikov (L-K)</a:t>
                  </a:r>
                </a:p>
                <a:p>
                  <a:pPr algn="ctr">
                    <a:defRPr/>
                  </a:pPr>
                  <a:r>
                    <a:rPr lang="en-US" sz="1600" b="1" u="sng" dirty="0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Ferroelectric Model</a:t>
                  </a:r>
                </a:p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05CB1CB4-7FA3-93E9-8CEF-E8DDE3CF4A7D}"/>
                    </a:ext>
                  </a:extLst>
                </p:cNvPr>
                <p:cNvSpPr/>
                <p:nvPr/>
              </p:nvSpPr>
              <p:spPr>
                <a:xfrm>
                  <a:off x="2937163" y="2225127"/>
                  <a:ext cx="1066897" cy="290417"/>
                </a:xfrm>
                <a:prstGeom prst="rightArrow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" name="Arrow: Right 8">
                  <a:extLst>
                    <a:ext uri="{FF2B5EF4-FFF2-40B4-BE49-F238E27FC236}">
                      <a16:creationId xmlns:a16="http://schemas.microsoft.com/office/drawing/2014/main" id="{312A0CC2-8454-98D4-137D-7D552E531B0D}"/>
                    </a:ext>
                  </a:extLst>
                </p:cNvPr>
                <p:cNvSpPr/>
                <p:nvPr/>
              </p:nvSpPr>
              <p:spPr>
                <a:xfrm rot="5400000">
                  <a:off x="5009455" y="3016179"/>
                  <a:ext cx="661772" cy="276250"/>
                </a:xfrm>
                <a:prstGeom prst="rightArrow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93D9B26-C378-F480-FC72-8297B543C50C}"/>
                    </a:ext>
                  </a:extLst>
                </p:cNvPr>
                <p:cNvSpPr/>
                <p:nvPr/>
              </p:nvSpPr>
              <p:spPr>
                <a:xfrm>
                  <a:off x="4080266" y="3489951"/>
                  <a:ext cx="2757738" cy="8601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412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1600" b="1" u="sng" dirty="0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ATLAS TCAD Model</a:t>
                  </a:r>
                </a:p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defRPr/>
                  </a:pPr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TextBox 30">
                  <a:extLst>
                    <a:ext uri="{FF2B5EF4-FFF2-40B4-BE49-F238E27FC236}">
                      <a16:creationId xmlns:a16="http://schemas.microsoft.com/office/drawing/2014/main" id="{E82B5D14-AFC7-0471-E666-C4E6E658C7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22289" y="2830957"/>
                  <a:ext cx="2062931" cy="4768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 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</a:t>
                  </a:r>
                </a:p>
              </p:txBody>
            </p:sp>
            <p:sp>
              <p:nvSpPr>
                <p:cNvPr id="13" name="TextBox 30">
                  <a:extLst>
                    <a:ext uri="{FF2B5EF4-FFF2-40B4-BE49-F238E27FC236}">
                      <a16:creationId xmlns:a16="http://schemas.microsoft.com/office/drawing/2014/main" id="{AC202DAA-CAF7-A3FB-432A-720553C08D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2134" y="1831821"/>
                  <a:ext cx="564629" cy="4768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grpSp>
              <p:nvGrpSpPr>
                <p:cNvPr id="6156" name="Group 30">
                  <a:extLst>
                    <a:ext uri="{FF2B5EF4-FFF2-40B4-BE49-F238E27FC236}">
                      <a16:creationId xmlns:a16="http://schemas.microsoft.com/office/drawing/2014/main" id="{11BB2C67-45B2-7B05-CBCD-124AD3718A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97527" y="1163114"/>
                  <a:ext cx="2185549" cy="2697556"/>
                  <a:chOff x="5197528" y="1174848"/>
                  <a:chExt cx="2185549" cy="2697556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F4547B4F-C341-867E-AD78-7486507E6D42}"/>
                      </a:ext>
                    </a:extLst>
                  </p:cNvPr>
                  <p:cNvCxnSpPr/>
                  <p:nvPr/>
                </p:nvCxnSpPr>
                <p:spPr>
                  <a:xfrm>
                    <a:off x="5251437" y="1178344"/>
                    <a:ext cx="0" cy="698272"/>
                  </a:xfrm>
                  <a:prstGeom prst="straightConnector1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111125">
                    <a:solidFill>
                      <a:schemeClr val="accent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7B818971-01F9-8C1A-2135-07EE714DC7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97528" y="1230715"/>
                    <a:ext cx="2123310" cy="0"/>
                  </a:xfrm>
                  <a:prstGeom prst="lin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111125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8324026C-9FC9-4FCA-267C-56F03B5325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33350" y="1174848"/>
                    <a:ext cx="0" cy="2650894"/>
                  </a:xfrm>
                  <a:prstGeom prst="lin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111125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18DB4EB5-0B28-100F-A1B1-E5EE85090A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33752" y="3872404"/>
                    <a:ext cx="549325" cy="0"/>
                  </a:xfrm>
                  <a:prstGeom prst="line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111125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Arrow: Right 31">
                  <a:extLst>
                    <a:ext uri="{FF2B5EF4-FFF2-40B4-BE49-F238E27FC236}">
                      <a16:creationId xmlns:a16="http://schemas.microsoft.com/office/drawing/2014/main" id="{41312939-60F3-B80D-5A83-0EBE84B6174C}"/>
                    </a:ext>
                  </a:extLst>
                </p:cNvPr>
                <p:cNvSpPr/>
                <p:nvPr/>
              </p:nvSpPr>
              <p:spPr>
                <a:xfrm rot="5400000">
                  <a:off x="5050715" y="4501594"/>
                  <a:ext cx="579249" cy="276250"/>
                </a:xfrm>
                <a:prstGeom prst="rightArrow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58" name="TextBox 30">
                  <a:extLst>
                    <a:ext uri="{FF2B5EF4-FFF2-40B4-BE49-F238E27FC236}">
                      <a16:creationId xmlns:a16="http://schemas.microsoft.com/office/drawing/2014/main" id="{AD8E93E5-89EA-033C-5077-2AC8F5C220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1424" y="3713744"/>
                  <a:ext cx="1538050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en-US" sz="18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1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18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 </a:t>
                  </a:r>
                  <a:r>
                    <a:rPr lang="en-US" altLang="en-US" sz="1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18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1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18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en-US" sz="1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18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 </a:t>
                  </a:r>
                  <a:r>
                    <a:rPr lang="en-US" altLang="en-US" sz="1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en-US" sz="1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18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1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34" name="TextBox 30">
                  <a:extLst>
                    <a:ext uri="{FF2B5EF4-FFF2-40B4-BE49-F238E27FC236}">
                      <a16:creationId xmlns:a16="http://schemas.microsoft.com/office/drawing/2014/main" id="{B4AFA183-7DEC-C632-89B8-A4A6B8AE1D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82929" y="693929"/>
                  <a:ext cx="1982004" cy="4768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en-US" altLang="en-US" sz="25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6160" name="Object 35">
                  <a:extLst>
                    <a:ext uri="{FF2B5EF4-FFF2-40B4-BE49-F238E27FC236}">
                      <a16:creationId xmlns:a16="http://schemas.microsoft.com/office/drawing/2014/main" id="{48E80F5B-931E-BD27-FF1C-2DED7EC7FF5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7578" y="2271059"/>
                <a:ext cx="2466873" cy="4515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" imgW="1497950" imgH="266584" progId="Equation.DSMT4">
                        <p:embed/>
                      </p:oleObj>
                    </mc:Choice>
                    <mc:Fallback>
                      <p:oleObj name="Equation" r:id="rId3" imgW="1497950" imgH="266584" progId="Equation.DSMT4">
                        <p:embed/>
                        <p:pic>
                          <p:nvPicPr>
                            <p:cNvPr id="0" name="Object 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77578" y="2271059"/>
                              <a:ext cx="2466873" cy="4515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" name="TextBox 30">
                  <a:extLst>
                    <a:ext uri="{FF2B5EF4-FFF2-40B4-BE49-F238E27FC236}">
                      <a16:creationId xmlns:a16="http://schemas.microsoft.com/office/drawing/2014/main" id="{2C2A2E11-AFC1-6DBF-DD35-EB93C66177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5654" y="4823016"/>
                  <a:ext cx="1714120" cy="8614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i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i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en-US" sz="2500" b="1" i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US" sz="25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en-US" sz="2500" b="1" dirty="0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FE75E07-53CE-2018-9A66-C9E81CEC370B}"/>
                  </a:ext>
                </a:extLst>
              </p:cNvPr>
              <p:cNvSpPr/>
              <p:nvPr/>
            </p:nvSpPr>
            <p:spPr>
              <a:xfrm>
                <a:off x="6041388" y="987504"/>
                <a:ext cx="3836469" cy="3815367"/>
              </a:xfrm>
              <a:prstGeom prst="rect">
                <a:avLst/>
              </a:prstGeom>
              <a:noFill/>
              <a:ln w="41275">
                <a:solidFill>
                  <a:srgbClr val="80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" name="TextBox 8">
                <a:extLst>
                  <a:ext uri="{FF2B5EF4-FFF2-40B4-BE49-F238E27FC236}">
                    <a16:creationId xmlns:a16="http://schemas.microsoft.com/office/drawing/2014/main" id="{D1280122-9967-25F6-B7F8-50918478A9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637" y="916656"/>
                <a:ext cx="596831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</a:p>
            </p:txBody>
          </p:sp>
          <p:sp>
            <p:nvSpPr>
              <p:cNvPr id="4" name="TextBox 8">
                <a:extLst>
                  <a:ext uri="{FF2B5EF4-FFF2-40B4-BE49-F238E27FC236}">
                    <a16:creationId xmlns:a16="http://schemas.microsoft.com/office/drawing/2014/main" id="{9844717A-FFA9-47E4-F042-CBFC40B9B7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304" y="925709"/>
                <a:ext cx="615058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EA9980-3C19-7E8B-4FF4-ADB9E38E7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093" y="987504"/>
              <a:ext cx="3043448" cy="46959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1">
            <a:extLst>
              <a:ext uri="{FF2B5EF4-FFF2-40B4-BE49-F238E27FC236}">
                <a16:creationId xmlns:a16="http://schemas.microsoft.com/office/drawing/2014/main" id="{C7EB1EAC-8516-5731-5D1F-670ED5994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5813" y="602773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Figure 3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E644F7-CC51-1DBA-282B-D20E8A529D65}"/>
              </a:ext>
            </a:extLst>
          </p:cNvPr>
          <p:cNvGrpSpPr/>
          <p:nvPr/>
        </p:nvGrpSpPr>
        <p:grpSpPr>
          <a:xfrm>
            <a:off x="2102289" y="1327591"/>
            <a:ext cx="7987421" cy="3161188"/>
            <a:chOff x="1760417" y="1237056"/>
            <a:chExt cx="7987421" cy="316118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899433F-9C46-03CE-4A1F-90CF7486907B}"/>
                </a:ext>
              </a:extLst>
            </p:cNvPr>
            <p:cNvGrpSpPr/>
            <p:nvPr/>
          </p:nvGrpSpPr>
          <p:grpSpPr>
            <a:xfrm>
              <a:off x="1760417" y="1237056"/>
              <a:ext cx="7852035" cy="3161188"/>
              <a:chOff x="2028773" y="3413726"/>
              <a:chExt cx="7852035" cy="3161188"/>
            </a:xfrm>
          </p:grpSpPr>
          <p:graphicFrame>
            <p:nvGraphicFramePr>
              <p:cNvPr id="3" name="Object 2">
                <a:extLst>
                  <a:ext uri="{FF2B5EF4-FFF2-40B4-BE49-F238E27FC236}">
                    <a16:creationId xmlns:a16="http://schemas.microsoft.com/office/drawing/2014/main" id="{6555E214-9CE5-4D1C-30D4-C4997CD778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4365714"/>
                  </p:ext>
                </p:extLst>
              </p:nvPr>
            </p:nvGraphicFramePr>
            <p:xfrm>
              <a:off x="6249922" y="3559336"/>
              <a:ext cx="3630886" cy="30155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11614054" imgH="8645570" progId="Origin95.Graph">
                      <p:embed/>
                    </p:oleObj>
                  </mc:Choice>
                  <mc:Fallback>
                    <p:oleObj name="Graph" r:id="rId3" imgW="11614054" imgH="8645570" progId="Origin95.Graph">
                      <p:embed/>
                      <p:pic>
                        <p:nvPicPr>
                          <p:cNvPr id="3" name="Object 2">
                            <a:extLst>
                              <a:ext uri="{FF2B5EF4-FFF2-40B4-BE49-F238E27FC236}">
                                <a16:creationId xmlns:a16="http://schemas.microsoft.com/office/drawing/2014/main" id="{6555E214-9CE5-4D1C-30D4-C4997CD778B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49922" y="3559336"/>
                            <a:ext cx="3630886" cy="30155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6">
                <a:extLst>
                  <a:ext uri="{FF2B5EF4-FFF2-40B4-BE49-F238E27FC236}">
                    <a16:creationId xmlns:a16="http://schemas.microsoft.com/office/drawing/2014/main" id="{F2C57679-280E-779A-0314-F4438C31A1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0203979"/>
                  </p:ext>
                </p:extLst>
              </p:nvPr>
            </p:nvGraphicFramePr>
            <p:xfrm>
              <a:off x="2214072" y="3689510"/>
              <a:ext cx="3684587" cy="28495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11569126" imgH="8298180" progId="Origin95.Graph">
                      <p:embed/>
                    </p:oleObj>
                  </mc:Choice>
                  <mc:Fallback>
                    <p:oleObj name="Graph" r:id="rId5" imgW="11569126" imgH="8298180" progId="Origin95.Graph">
                      <p:embed/>
                      <p:pic>
                        <p:nvPicPr>
                          <p:cNvPr id="7" name="Object 6">
                            <a:extLst>
                              <a:ext uri="{FF2B5EF4-FFF2-40B4-BE49-F238E27FC236}">
                                <a16:creationId xmlns:a16="http://schemas.microsoft.com/office/drawing/2014/main" id="{F2C57679-280E-779A-0314-F4438C31A19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214072" y="3689510"/>
                            <a:ext cx="3684587" cy="28495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E8BA50F9-47ED-E6A6-1D23-A5210509D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8773" y="3413726"/>
                <a:ext cx="577402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</a:p>
            </p:txBody>
          </p:sp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1B03CADC-11FD-214C-73FB-DDEB1BDD1C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1196" y="3413726"/>
                <a:ext cx="595035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E0175A-FF03-EFCA-B4D3-2029DC2CB09E}"/>
                </a:ext>
              </a:extLst>
            </p:cNvPr>
            <p:cNvSpPr txBox="1"/>
            <p:nvPr/>
          </p:nvSpPr>
          <p:spPr>
            <a:xfrm>
              <a:off x="8042008" y="3105834"/>
              <a:ext cx="170583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i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α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-3×10</a:t>
              </a:r>
              <a:r>
                <a:rPr lang="en-US" sz="1200" b="1" baseline="30000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9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m/F</a:t>
              </a:r>
              <a:endParaRPr lang="en-US" sz="1200" b="1" dirty="0">
                <a:solidFill>
                  <a:srgbClr val="3333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r>
                <a:rPr lang="en-US" sz="1200" b="1" i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β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6×10</a:t>
              </a:r>
              <a:r>
                <a:rPr lang="en-US" sz="1200" b="1" baseline="30000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11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m</a:t>
              </a:r>
              <a:r>
                <a:rPr lang="en-US" sz="1200" b="1" baseline="30000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5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/C</a:t>
              </a:r>
              <a:r>
                <a:rPr lang="en-US" sz="1200" b="1" baseline="30000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</a:t>
              </a:r>
            </a:p>
            <a:p>
              <a:r>
                <a:rPr lang="en-US" sz="1200" b="1" i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γ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0 m</a:t>
              </a:r>
              <a:r>
                <a:rPr lang="en-US" sz="1200" b="1" baseline="30000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9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/FC</a:t>
              </a:r>
              <a:r>
                <a:rPr lang="en-US" sz="1200" b="1" baseline="30000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r>
                <a:rPr lang="en-US" sz="1200" b="1" dirty="0">
                  <a:solidFill>
                    <a:srgbClr val="3333CC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en-US" sz="1200" b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904DCA-1658-A4AD-971B-1390FA210E8F}"/>
                </a:ext>
              </a:extLst>
            </p:cNvPr>
            <p:cNvSpPr txBox="1"/>
            <p:nvPr/>
          </p:nvSpPr>
          <p:spPr>
            <a:xfrm>
              <a:off x="6605525" y="2111758"/>
              <a:ext cx="143648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i="1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</a:t>
              </a:r>
              <a:r>
                <a:rPr lang="en-US" sz="1200" b="1" baseline="-25000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n-US" sz="1200" b="1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1.15 MV/cm</a:t>
              </a:r>
            </a:p>
            <a:p>
              <a:r>
                <a:rPr lang="en-US" sz="1200" b="1" i="1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</a:t>
              </a:r>
              <a:r>
                <a:rPr lang="en-US" sz="1200" b="1" baseline="-25000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r</a:t>
              </a:r>
              <a:r>
                <a:rPr lang="en-US" sz="1200" b="1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5 µC/cm</a:t>
              </a:r>
              <a:r>
                <a:rPr lang="en-US" sz="1200" b="1" baseline="30000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sz="1200" b="1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en-US" sz="1200" b="1" baseline="-25000" dirty="0">
                <a:solidFill>
                  <a:srgbClr val="0099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r>
                <a:rPr lang="en-US" sz="1200" b="1" i="1" dirty="0">
                  <a:solidFill>
                    <a:srgbClr val="0099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</a:t>
              </a:r>
              <a:r>
                <a:rPr lang="en-US" sz="12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FE </a:t>
              </a:r>
              <a:r>
                <a:rPr lang="en-US" sz="1200" b="1" dirty="0">
                  <a:solidFill>
                    <a:srgbClr val="0099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</a:t>
              </a:r>
              <a:r>
                <a:rPr lang="en-US" sz="1200" b="1" dirty="0">
                  <a:solidFill>
                    <a:srgbClr val="0099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16 nm</a:t>
              </a:r>
              <a:endParaRPr lang="en-US" sz="1000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">
            <a:extLst>
              <a:ext uri="{FF2B5EF4-FFF2-40B4-BE49-F238E27FC236}">
                <a16:creationId xmlns:a16="http://schemas.microsoft.com/office/drawing/2014/main" id="{835EDE51-0B6D-48F0-87EE-2147A5457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5813" y="602773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  <a:cs typeface="Arial" panose="020B0604020202020204" pitchFamily="34" charset="0"/>
              </a:rPr>
              <a:t>Figure 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C8A7B5-835C-D8DA-747B-E0248DB9803B}"/>
              </a:ext>
            </a:extLst>
          </p:cNvPr>
          <p:cNvGrpSpPr/>
          <p:nvPr/>
        </p:nvGrpSpPr>
        <p:grpSpPr>
          <a:xfrm>
            <a:off x="1731227" y="490537"/>
            <a:ext cx="8027309" cy="5967075"/>
            <a:chOff x="1731227" y="490537"/>
            <a:chExt cx="8027309" cy="59670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D1ABEF-8ECC-1D85-90C2-24C0FFDD937D}"/>
                </a:ext>
              </a:extLst>
            </p:cNvPr>
            <p:cNvGrpSpPr/>
            <p:nvPr/>
          </p:nvGrpSpPr>
          <p:grpSpPr>
            <a:xfrm>
              <a:off x="1731227" y="490537"/>
              <a:ext cx="8027309" cy="5967075"/>
              <a:chOff x="1943100" y="522288"/>
              <a:chExt cx="8027309" cy="5967075"/>
            </a:xfrm>
          </p:grpSpPr>
          <p:graphicFrame>
            <p:nvGraphicFramePr>
              <p:cNvPr id="4" name="Object 2">
                <a:extLst>
                  <a:ext uri="{FF2B5EF4-FFF2-40B4-BE49-F238E27FC236}">
                    <a16:creationId xmlns:a16="http://schemas.microsoft.com/office/drawing/2014/main" id="{B0E86FBD-6EFC-08C6-FD44-1E9968C683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1073404"/>
                  </p:ext>
                </p:extLst>
              </p:nvPr>
            </p:nvGraphicFramePr>
            <p:xfrm>
              <a:off x="6277501" y="3603980"/>
              <a:ext cx="3692908" cy="2885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10899689" imgH="8256542" progId="Origin95.Graph">
                      <p:embed/>
                    </p:oleObj>
                  </mc:Choice>
                  <mc:Fallback>
                    <p:oleObj name="Graph" r:id="rId3" imgW="10899689" imgH="8256542" progId="Origin95.Graph">
                      <p:embed/>
                      <p:pic>
                        <p:nvPicPr>
                          <p:cNvPr id="10247" name="Object 2">
                            <a:extLst>
                              <a:ext uri="{FF2B5EF4-FFF2-40B4-BE49-F238E27FC236}">
                                <a16:creationId xmlns:a16="http://schemas.microsoft.com/office/drawing/2014/main" id="{5104A2D6-BCBD-E79C-B174-5A4F837BA33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77501" y="3603980"/>
                            <a:ext cx="3692908" cy="28853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57C540-728E-1A77-2DAC-B88C961311C8}"/>
                  </a:ext>
                </a:extLst>
              </p:cNvPr>
              <p:cNvSpPr txBox="1"/>
              <p:nvPr/>
            </p:nvSpPr>
            <p:spPr>
              <a:xfrm>
                <a:off x="7491750" y="4559062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E0D178-44E6-6765-7F0B-71657258CE7E}"/>
                  </a:ext>
                </a:extLst>
              </p:cNvPr>
              <p:cNvSpPr txBox="1"/>
              <p:nvPr/>
            </p:nvSpPr>
            <p:spPr>
              <a:xfrm>
                <a:off x="3947585" y="4005324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9BC832-701E-611C-E248-7B3123355BE5}"/>
                  </a:ext>
                </a:extLst>
              </p:cNvPr>
              <p:cNvSpPr txBox="1"/>
              <p:nvPr/>
            </p:nvSpPr>
            <p:spPr>
              <a:xfrm>
                <a:off x="3583692" y="4547633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graphicFrame>
            <p:nvGraphicFramePr>
              <p:cNvPr id="3" name="Object 4">
                <a:extLst>
                  <a:ext uri="{FF2B5EF4-FFF2-40B4-BE49-F238E27FC236}">
                    <a16:creationId xmlns:a16="http://schemas.microsoft.com/office/drawing/2014/main" id="{D8F8C076-E3F0-B73B-F520-C533BC56FF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0326121"/>
                  </p:ext>
                </p:extLst>
              </p:nvPr>
            </p:nvGraphicFramePr>
            <p:xfrm>
              <a:off x="2235936" y="3603626"/>
              <a:ext cx="3748087" cy="2865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10904999" imgH="8121831" progId="Origin95.Graph">
                      <p:embed/>
                    </p:oleObj>
                  </mc:Choice>
                  <mc:Fallback>
                    <p:oleObj name="Graph" r:id="rId5" imgW="10904999" imgH="8121831" progId="Origin95.Graph">
                      <p:embed/>
                      <p:pic>
                        <p:nvPicPr>
                          <p:cNvPr id="10244" name="Object 4">
                            <a:extLst>
                              <a:ext uri="{FF2B5EF4-FFF2-40B4-BE49-F238E27FC236}">
                                <a16:creationId xmlns:a16="http://schemas.microsoft.com/office/drawing/2014/main" id="{68D42E5F-8EB3-B91D-EAE5-185324EC8C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5936" y="3603626"/>
                            <a:ext cx="3748087" cy="286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243" name="Group 11">
                <a:extLst>
                  <a:ext uri="{FF2B5EF4-FFF2-40B4-BE49-F238E27FC236}">
                    <a16:creationId xmlns:a16="http://schemas.microsoft.com/office/drawing/2014/main" id="{ED5D26EE-690B-C7C9-2CCE-27E9D6F2E7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3100" y="522288"/>
                <a:ext cx="8027308" cy="3320220"/>
                <a:chOff x="1768189" y="150822"/>
                <a:chExt cx="8026618" cy="3319190"/>
              </a:xfrm>
            </p:grpSpPr>
            <p:graphicFrame>
              <p:nvGraphicFramePr>
                <p:cNvPr id="10247" name="Object 1">
                  <a:extLst>
                    <a:ext uri="{FF2B5EF4-FFF2-40B4-BE49-F238E27FC236}">
                      <a16:creationId xmlns:a16="http://schemas.microsoft.com/office/drawing/2014/main" id="{8B48EB94-7672-ED11-3E08-AF00A855EC1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102458" y="155575"/>
                <a:ext cx="3692349" cy="28844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7" imgW="11665926" imgH="8365535" progId="Origin95.Graph">
                        <p:embed/>
                      </p:oleObj>
                    </mc:Choice>
                    <mc:Fallback>
                      <p:oleObj name="Graph" r:id="rId7" imgW="11665926" imgH="8365535" progId="Origin95.Graph">
                        <p:embed/>
                        <p:pic>
                          <p:nvPicPr>
                            <p:cNvPr id="0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02458" y="155575"/>
                              <a:ext cx="3692349" cy="28844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248" name="Object 1">
                  <a:extLst>
                    <a:ext uri="{FF2B5EF4-FFF2-40B4-BE49-F238E27FC236}">
                      <a16:creationId xmlns:a16="http://schemas.microsoft.com/office/drawing/2014/main" id="{44083E6B-30BA-B554-03CE-43BB0AEB09E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152331" y="155582"/>
                <a:ext cx="3771576" cy="28851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9" imgW="12068650" imgH="8459016" progId="Origin95.Graph">
                        <p:embed/>
                      </p:oleObj>
                    </mc:Choice>
                    <mc:Fallback>
                      <p:oleObj name="Graph" r:id="rId9" imgW="12068650" imgH="8459016" progId="Origin95.Graph">
                        <p:embed/>
                        <p:pic>
                          <p:nvPicPr>
                            <p:cNvPr id="0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52331" y="155582"/>
                              <a:ext cx="3771576" cy="28851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51" name="TextBox 1">
                  <a:extLst>
                    <a:ext uri="{FF2B5EF4-FFF2-40B4-BE49-F238E27FC236}">
                      <a16:creationId xmlns:a16="http://schemas.microsoft.com/office/drawing/2014/main" id="{EB45683A-9B44-8798-17D5-565A57FC28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4148" y="150822"/>
                  <a:ext cx="594984" cy="4769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25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(b)</a:t>
                  </a:r>
                </a:p>
              </p:txBody>
            </p:sp>
            <p:sp>
              <p:nvSpPr>
                <p:cNvPr id="10252" name="TextBox 1">
                  <a:extLst>
                    <a:ext uri="{FF2B5EF4-FFF2-40B4-BE49-F238E27FC236}">
                      <a16:creationId xmlns:a16="http://schemas.microsoft.com/office/drawing/2014/main" id="{3C144CF3-5680-3B20-1832-AA33DE9A7C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8189" y="150822"/>
                  <a:ext cx="577352" cy="4769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25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(a)</a:t>
                  </a:r>
                </a:p>
              </p:txBody>
            </p:sp>
            <p:sp>
              <p:nvSpPr>
                <p:cNvPr id="10253" name="TextBox 1">
                  <a:extLst>
                    <a:ext uri="{FF2B5EF4-FFF2-40B4-BE49-F238E27FC236}">
                      <a16:creationId xmlns:a16="http://schemas.microsoft.com/office/drawing/2014/main" id="{C9C95866-A95A-6393-B42A-C9A2982EA1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8189" y="2993106"/>
                  <a:ext cx="577352" cy="4769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25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(c)</a:t>
                  </a:r>
                </a:p>
              </p:txBody>
            </p:sp>
            <p:sp>
              <p:nvSpPr>
                <p:cNvPr id="10254" name="TextBox 1">
                  <a:extLst>
                    <a:ext uri="{FF2B5EF4-FFF2-40B4-BE49-F238E27FC236}">
                      <a16:creationId xmlns:a16="http://schemas.microsoft.com/office/drawing/2014/main" id="{9849D808-B760-D474-645D-41A9E5C19C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4148" y="2993106"/>
                  <a:ext cx="594984" cy="4769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25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(d)</a:t>
                  </a: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567F1C-4462-21F3-A068-BB4EF024BDD6}"/>
                  </a:ext>
                </a:extLst>
              </p:cNvPr>
              <p:cNvSpPr txBox="1"/>
              <p:nvPr/>
            </p:nvSpPr>
            <p:spPr>
              <a:xfrm>
                <a:off x="7871518" y="3969128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6B7802F-AD3D-51AF-EA13-75010E2686C2}"/>
                  </a:ext>
                </a:extLst>
              </p:cNvPr>
              <p:cNvSpPr/>
              <p:nvPr/>
            </p:nvSpPr>
            <p:spPr>
              <a:xfrm>
                <a:off x="7791318" y="4860754"/>
                <a:ext cx="135590" cy="14460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B472BDA-C09A-9163-E550-130A2C81AAAB}"/>
                  </a:ext>
                </a:extLst>
              </p:cNvPr>
              <p:cNvSpPr/>
              <p:nvPr/>
            </p:nvSpPr>
            <p:spPr>
              <a:xfrm>
                <a:off x="8168271" y="4250998"/>
                <a:ext cx="135590" cy="14460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8A7CF09-D1D3-DE11-0C0D-B6F9061F4AEC}"/>
                  </a:ext>
                </a:extLst>
              </p:cNvPr>
              <p:cNvSpPr/>
              <p:nvPr/>
            </p:nvSpPr>
            <p:spPr>
              <a:xfrm>
                <a:off x="3794484" y="4870279"/>
                <a:ext cx="135590" cy="14460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EA2A7AC-09B6-3716-3EEF-47365A17AD0D}"/>
                  </a:ext>
                </a:extLst>
              </p:cNvPr>
              <p:cNvSpPr/>
              <p:nvPr/>
            </p:nvSpPr>
            <p:spPr>
              <a:xfrm>
                <a:off x="4234937" y="4279573"/>
                <a:ext cx="135590" cy="14460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id="{BE0DFC51-E284-EDF6-6554-B196C9B1E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800733" y="5276896"/>
                <a:ext cx="64312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altLang="en-US" sz="1600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B238F1-DF18-4915-672F-DD70ACEDC76B}"/>
                  </a:ext>
                </a:extLst>
              </p:cNvPr>
              <p:cNvSpPr txBox="1"/>
              <p:nvPr/>
            </p:nvSpPr>
            <p:spPr>
              <a:xfrm rot="16200000">
                <a:off x="4318741" y="5329864"/>
                <a:ext cx="609462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|</a:t>
                </a:r>
                <a:r>
                  <a:rPr lang="en-US" sz="1600" b="1" i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sz="1600" b="1" baseline="-250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|</a:t>
                </a:r>
                <a:endParaRPr lang="en-US" b="1" baseline="-250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Box 2">
                <a:extLst>
                  <a:ext uri="{FF2B5EF4-FFF2-40B4-BE49-F238E27FC236}">
                    <a16:creationId xmlns:a16="http://schemas.microsoft.com/office/drawing/2014/main" id="{996839C7-25E0-B84C-BA71-09F708B0C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3833361" y="5329070"/>
                <a:ext cx="6094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800" b="1" dirty="0">
                    <a:solidFill>
                      <a:srgbClr val="0000FF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|</a:t>
                </a:r>
                <a:r>
                  <a:rPr lang="en-US" altLang="en-US" sz="1600" b="1" i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altLang="en-US" sz="1600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</a:t>
                </a:r>
                <a:r>
                  <a:rPr lang="en-US" sz="1800" b="1" dirty="0">
                    <a:solidFill>
                      <a:srgbClr val="0000FF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|</a:t>
                </a:r>
                <a:endParaRPr lang="en-US" altLang="en-US" sz="1800" b="1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3">
                <a:extLst>
                  <a:ext uri="{FF2B5EF4-FFF2-40B4-BE49-F238E27FC236}">
                    <a16:creationId xmlns:a16="http://schemas.microsoft.com/office/drawing/2014/main" id="{0BDA385B-19B4-FDB7-8A54-CE0CB4ECAC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3292109" y="5329864"/>
                <a:ext cx="6094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sz="1800" b="1" dirty="0">
                    <a:solidFill>
                      <a:srgbClr val="009900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|</a:t>
                </a:r>
                <a:r>
                  <a:rPr lang="en-US" altLang="en-US" sz="1600" b="1" i="1" dirty="0">
                    <a:solidFill>
                      <a:srgbClr val="0099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altLang="en-US" sz="1600" b="1" baseline="-25000" dirty="0">
                    <a:solidFill>
                      <a:srgbClr val="0099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</a:t>
                </a:r>
                <a:r>
                  <a:rPr lang="en-US" sz="1800" b="1" dirty="0">
                    <a:solidFill>
                      <a:srgbClr val="009900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|</a:t>
                </a:r>
                <a:endParaRPr lang="en-US" altLang="en-US" sz="1800" b="1" baseline="-25000" dirty="0">
                  <a:solidFill>
                    <a:srgbClr val="0099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3">
                <a:extLst>
                  <a:ext uri="{FF2B5EF4-FFF2-40B4-BE49-F238E27FC236}">
                    <a16:creationId xmlns:a16="http://schemas.microsoft.com/office/drawing/2014/main" id="{9F44A4F9-D42B-0F83-F47A-E1EF060982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2876005" y="5276896"/>
                <a:ext cx="64312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altLang="en-US" sz="1600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MOS</a:t>
                </a:r>
              </a:p>
            </p:txBody>
          </p:sp>
        </p:grpSp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2962E29F-AC72-2C84-032E-1D9BF2A20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061686" y="5298113"/>
              <a:ext cx="6094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800" b="1" dirty="0">
                  <a:solidFill>
                    <a:srgbClr val="009900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|</a:t>
              </a:r>
              <a:r>
                <a:rPr lang="en-US" altLang="en-US" sz="1600" b="1" i="1" dirty="0">
                  <a:solidFill>
                    <a:srgbClr val="009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en-US" sz="1600" b="1" baseline="-25000" dirty="0">
                  <a:solidFill>
                    <a:srgbClr val="009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</a:t>
              </a:r>
              <a:r>
                <a:rPr lang="en-US" sz="1800" b="1" dirty="0">
                  <a:solidFill>
                    <a:srgbClr val="009900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|</a:t>
              </a:r>
              <a:endParaRPr lang="en-US" altLang="en-US" sz="1800" b="1" baseline="-250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8F31BBC4-7545-D77E-098B-5ADDBE3CB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698188" y="5287794"/>
              <a:ext cx="6094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1800" b="1" dirty="0">
                  <a:solidFill>
                    <a:srgbClr val="0000FF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|</a:t>
              </a:r>
              <a:r>
                <a:rPr lang="en-US" altLang="en-US" sz="1600" b="1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en-US" sz="1600" b="1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</a:t>
              </a:r>
              <a:r>
                <a:rPr lang="en-US" sz="1800" b="1" dirty="0">
                  <a:solidFill>
                    <a:srgbClr val="0000FF"/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|</a:t>
              </a:r>
              <a:endParaRPr lang="en-US" altLang="en-US" sz="1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F3BCEF-AAC5-D722-38CE-C855616F5F23}"/>
                </a:ext>
              </a:extLst>
            </p:cNvPr>
            <p:cNvSpPr txBox="1"/>
            <p:nvPr/>
          </p:nvSpPr>
          <p:spPr>
            <a:xfrm rot="16200000">
              <a:off x="8116893" y="5279063"/>
              <a:ext cx="60946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|</a:t>
              </a:r>
              <a:r>
                <a:rPr lang="en-US" sz="1600" b="1" i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b="1" baseline="-250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</a:t>
              </a: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effectLst/>
                  <a:latin typeface="Times" panose="02020603050405020304" pitchFamily="18" charset="0"/>
                  <a:ea typeface="Times New Roman" panose="02020603050405020304" pitchFamily="18" charset="0"/>
                </a:rPr>
                <a:t>|</a:t>
              </a:r>
              <a:endParaRPr lang="en-US" b="1" baseline="-25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TextBox 6">
            <a:extLst>
              <a:ext uri="{FF2B5EF4-FFF2-40B4-BE49-F238E27FC236}">
                <a16:creationId xmlns:a16="http://schemas.microsoft.com/office/drawing/2014/main" id="{822BBB21-56AF-7415-993B-FA2CFAB0A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817" y="3218121"/>
            <a:ext cx="1036976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FSH FET: </a:t>
            </a: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</a:t>
            </a:r>
            <a:r>
              <a:rPr kumimoji="0" lang="en-US" altLang="en-US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FE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= 0 nm (NMOS  and PMOS); NC-FSH FET:</a:t>
            </a: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T</a:t>
            </a:r>
            <a:r>
              <a:rPr kumimoji="0" lang="en-US" altLang="en-US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FE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(critical) = 6.37 nm (PMOS) and 5.92 nm (NMOS)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BE575-CD97-3641-5B43-673EED0D4D34}"/>
              </a:ext>
            </a:extLst>
          </p:cNvPr>
          <p:cNvGrpSpPr/>
          <p:nvPr/>
        </p:nvGrpSpPr>
        <p:grpSpPr>
          <a:xfrm>
            <a:off x="-286678" y="130243"/>
            <a:ext cx="12478678" cy="6597514"/>
            <a:chOff x="134633" y="141885"/>
            <a:chExt cx="12478678" cy="659751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82B8FA2-316E-7796-C5D7-73F6E888A75E}"/>
                </a:ext>
              </a:extLst>
            </p:cNvPr>
            <p:cNvGrpSpPr/>
            <p:nvPr/>
          </p:nvGrpSpPr>
          <p:grpSpPr>
            <a:xfrm>
              <a:off x="1676128" y="223729"/>
              <a:ext cx="4697844" cy="3101124"/>
              <a:chOff x="1392238" y="231775"/>
              <a:chExt cx="4697844" cy="3101124"/>
            </a:xfrm>
          </p:grpSpPr>
          <p:graphicFrame>
            <p:nvGraphicFramePr>
              <p:cNvPr id="12300" name="Object 2">
                <a:extLst>
                  <a:ext uri="{FF2B5EF4-FFF2-40B4-BE49-F238E27FC236}">
                    <a16:creationId xmlns:a16="http://schemas.microsoft.com/office/drawing/2014/main" id="{F2617933-3DEB-AAA8-CBEB-6361DB19B9B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23167" y="269740"/>
              <a:ext cx="4166915" cy="3063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5027924" imgH="3421652" progId="Origin95.Graph">
                      <p:embed/>
                    </p:oleObj>
                  </mc:Choice>
                  <mc:Fallback>
                    <p:oleObj name="Graph" r:id="rId3" imgW="5027924" imgH="3421652" progId="Origin95.Graph">
                      <p:embed/>
                      <p:pic>
                        <p:nvPicPr>
                          <p:cNvPr id="12300" name="Object 2">
                            <a:extLst>
                              <a:ext uri="{FF2B5EF4-FFF2-40B4-BE49-F238E27FC236}">
                                <a16:creationId xmlns:a16="http://schemas.microsoft.com/office/drawing/2014/main" id="{F2617933-3DEB-AAA8-CBEB-6361DB19B9B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3167" y="269740"/>
                            <a:ext cx="4166915" cy="3063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06" name="TextBox 1">
                <a:extLst>
                  <a:ext uri="{FF2B5EF4-FFF2-40B4-BE49-F238E27FC236}">
                    <a16:creationId xmlns:a16="http://schemas.microsoft.com/office/drawing/2014/main" id="{2A492968-EA40-31F8-8A0A-987A30F6C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238" y="231775"/>
                <a:ext cx="577402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en-US" sz="2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(a)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8C44C0-08D0-1D8F-086E-6EFCDE0C04AA}"/>
                  </a:ext>
                </a:extLst>
              </p:cNvPr>
              <p:cNvSpPr txBox="1"/>
              <p:nvPr/>
            </p:nvSpPr>
            <p:spPr>
              <a:xfrm rot="16200000">
                <a:off x="4667780" y="1605668"/>
                <a:ext cx="952500" cy="57785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</a:t>
                </a:r>
                <a:r>
                  <a:rPr kumimoji="0" lang="en-US" altLang="en-US" sz="105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FE</a:t>
                </a:r>
                <a:r>
                  <a:rPr kumimoji="0" lang="en-US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(critical) =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6.37 nm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PMOS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278692-A8E4-2978-50A9-AFC2506DE0D3}"/>
                  </a:ext>
                </a:extLst>
              </p:cNvPr>
              <p:cNvSpPr txBox="1"/>
              <p:nvPr/>
            </p:nvSpPr>
            <p:spPr>
              <a:xfrm>
                <a:off x="3703461" y="1501951"/>
                <a:ext cx="1030288" cy="4159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</a:t>
                </a:r>
                <a:r>
                  <a:rPr kumimoji="0" lang="en-US" altLang="en-US" sz="105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FE</a:t>
                </a:r>
                <a:r>
                  <a:rPr kumimoji="0" lang="en-US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(critical) =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5.92 nm NMOS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24830D-49C5-098A-204D-AE064597BFBE}"/>
                </a:ext>
              </a:extLst>
            </p:cNvPr>
            <p:cNvGrpSpPr/>
            <p:nvPr/>
          </p:nvGrpSpPr>
          <p:grpSpPr>
            <a:xfrm>
              <a:off x="5952661" y="141885"/>
              <a:ext cx="4729340" cy="3093862"/>
              <a:chOff x="1392238" y="3521075"/>
              <a:chExt cx="4729340" cy="3093862"/>
            </a:xfrm>
          </p:grpSpPr>
          <p:graphicFrame>
            <p:nvGraphicFramePr>
              <p:cNvPr id="12302" name="Object 6">
                <a:extLst>
                  <a:ext uri="{FF2B5EF4-FFF2-40B4-BE49-F238E27FC236}">
                    <a16:creationId xmlns:a16="http://schemas.microsoft.com/office/drawing/2014/main" id="{296F401D-BADD-7ED1-F668-77192F4A4D0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39925" y="3622675"/>
              <a:ext cx="2120901" cy="2973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2363405" imgH="3433525" progId="Origin95.Graph">
                      <p:embed/>
                    </p:oleObj>
                  </mc:Choice>
                  <mc:Fallback>
                    <p:oleObj name="Graph" r:id="rId5" imgW="2363405" imgH="3433525" progId="Origin95.Graph">
                      <p:embed/>
                      <p:pic>
                        <p:nvPicPr>
                          <p:cNvPr id="12302" name="Object 6">
                            <a:extLst>
                              <a:ext uri="{FF2B5EF4-FFF2-40B4-BE49-F238E27FC236}">
                                <a16:creationId xmlns:a16="http://schemas.microsoft.com/office/drawing/2014/main" id="{296F401D-BADD-7ED1-F668-77192F4A4D0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9925" y="3622675"/>
                            <a:ext cx="2120901" cy="29733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3" name="Object 6">
                <a:extLst>
                  <a:ext uri="{FF2B5EF4-FFF2-40B4-BE49-F238E27FC236}">
                    <a16:creationId xmlns:a16="http://schemas.microsoft.com/office/drawing/2014/main" id="{EE581508-CE9B-64EE-72C9-BF0DF15ECE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21315" y="3521075"/>
              <a:ext cx="2100263" cy="30938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7" imgW="2261332" imgH="3553999" progId="Origin95.Graph">
                      <p:embed/>
                    </p:oleObj>
                  </mc:Choice>
                  <mc:Fallback>
                    <p:oleObj name="Graph" r:id="rId7" imgW="2261332" imgH="3553999" progId="Origin95.Graph">
                      <p:embed/>
                      <p:pic>
                        <p:nvPicPr>
                          <p:cNvPr id="12303" name="Object 6">
                            <a:extLst>
                              <a:ext uri="{FF2B5EF4-FFF2-40B4-BE49-F238E27FC236}">
                                <a16:creationId xmlns:a16="http://schemas.microsoft.com/office/drawing/2014/main" id="{EE581508-CE9B-64EE-72C9-BF0DF15ECE2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1315" y="3521075"/>
                            <a:ext cx="2100263" cy="30938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07" name="TextBox 1">
                <a:extLst>
                  <a:ext uri="{FF2B5EF4-FFF2-40B4-BE49-F238E27FC236}">
                    <a16:creationId xmlns:a16="http://schemas.microsoft.com/office/drawing/2014/main" id="{2F5104EC-57BA-C4F5-94C9-F6899CFDF7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238" y="3525101"/>
                <a:ext cx="595036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en-US" sz="2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(b)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BDA21B-64D8-F207-0E3B-3C8EE7F759FE}"/>
                </a:ext>
              </a:extLst>
            </p:cNvPr>
            <p:cNvGrpSpPr/>
            <p:nvPr/>
          </p:nvGrpSpPr>
          <p:grpSpPr>
            <a:xfrm>
              <a:off x="134633" y="3597201"/>
              <a:ext cx="12478678" cy="3142198"/>
              <a:chOff x="-767814" y="3523382"/>
              <a:chExt cx="12478678" cy="314219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F633A5E-A851-987A-3615-C08FC6F1F99C}"/>
                  </a:ext>
                </a:extLst>
              </p:cNvPr>
              <p:cNvGrpSpPr/>
              <p:nvPr/>
            </p:nvGrpSpPr>
            <p:grpSpPr>
              <a:xfrm>
                <a:off x="-767814" y="3529861"/>
                <a:ext cx="4598174" cy="3135719"/>
                <a:chOff x="5676383" y="231775"/>
                <a:chExt cx="4598174" cy="3135719"/>
              </a:xfrm>
            </p:grpSpPr>
            <p:graphicFrame>
              <p:nvGraphicFramePr>
                <p:cNvPr id="12301" name="Object 4">
                  <a:extLst>
                    <a:ext uri="{FF2B5EF4-FFF2-40B4-BE49-F238E27FC236}">
                      <a16:creationId xmlns:a16="http://schemas.microsoft.com/office/drawing/2014/main" id="{0D1841EE-9770-4C93-B331-1EDFF97F9E2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112477" y="243064"/>
                <a:ext cx="4162080" cy="31244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9" imgW="5499584" imgH="3769496" progId="Origin95.Graph">
                        <p:embed/>
                      </p:oleObj>
                    </mc:Choice>
                    <mc:Fallback>
                      <p:oleObj name="Graph" r:id="rId9" imgW="5499584" imgH="3769496" progId="Origin95.Graph">
                        <p:embed/>
                        <p:pic>
                          <p:nvPicPr>
                            <p:cNvPr id="12301" name="Object 4">
                              <a:extLst>
                                <a:ext uri="{FF2B5EF4-FFF2-40B4-BE49-F238E27FC236}">
                                  <a16:creationId xmlns:a16="http://schemas.microsoft.com/office/drawing/2014/main" id="{0D1841EE-9770-4C93-B331-1EDFF97F9E2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12477" y="243064"/>
                              <a:ext cx="4162080" cy="31244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08" name="TextBox 1">
                  <a:extLst>
                    <a:ext uri="{FF2B5EF4-FFF2-40B4-BE49-F238E27FC236}">
                      <a16:creationId xmlns:a16="http://schemas.microsoft.com/office/drawing/2014/main" id="{343714F3-E322-7B35-629F-8F0905ACF9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76383" y="231775"/>
                  <a:ext cx="577402" cy="4770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altLang="en-US" sz="25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(c)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B5325D9-4917-018F-D4F5-9D6F4B7CC1E8}"/>
                    </a:ext>
                  </a:extLst>
                </p:cNvPr>
                <p:cNvSpPr txBox="1"/>
                <p:nvPr/>
              </p:nvSpPr>
              <p:spPr>
                <a:xfrm>
                  <a:off x="7879820" y="1642534"/>
                  <a:ext cx="1028700" cy="414338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5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</a:t>
                  </a:r>
                  <a:r>
                    <a:rPr kumimoji="0" lang="en-US" altLang="en-US" sz="105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FE</a:t>
                  </a:r>
                  <a:r>
                    <a:rPr kumimoji="0" lang="en-US" alt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(critical) =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5.92 nm NMOS</a:t>
                  </a:r>
                  <a:endPara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0FE6A04-A7F4-3AB5-9BA9-742A2638FC56}"/>
                    </a:ext>
                  </a:extLst>
                </p:cNvPr>
                <p:cNvSpPr txBox="1"/>
                <p:nvPr/>
              </p:nvSpPr>
              <p:spPr>
                <a:xfrm rot="16200000">
                  <a:off x="8875624" y="1693775"/>
                  <a:ext cx="952500" cy="57626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5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</a:t>
                  </a:r>
                  <a:r>
                    <a:rPr kumimoji="0" lang="en-US" altLang="en-US" sz="105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FE</a:t>
                  </a:r>
                  <a:r>
                    <a:rPr kumimoji="0" lang="en-US" alt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(critical) =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6.37 nm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PMOS</a:t>
                  </a:r>
                  <a:endPara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419B51E-D1D5-65AE-959F-413A01C06500}"/>
                  </a:ext>
                </a:extLst>
              </p:cNvPr>
              <p:cNvGrpSpPr/>
              <p:nvPr/>
            </p:nvGrpSpPr>
            <p:grpSpPr>
              <a:xfrm>
                <a:off x="3524025" y="3523382"/>
                <a:ext cx="4594439" cy="3114176"/>
                <a:chOff x="5960854" y="3620072"/>
                <a:chExt cx="4594439" cy="3114176"/>
              </a:xfrm>
            </p:grpSpPr>
            <p:graphicFrame>
              <p:nvGraphicFramePr>
                <p:cNvPr id="12304" name="Object 6">
                  <a:extLst>
                    <a:ext uri="{FF2B5EF4-FFF2-40B4-BE49-F238E27FC236}">
                      <a16:creationId xmlns:a16="http://schemas.microsoft.com/office/drawing/2014/main" id="{054E848D-F3DB-0EE7-6C9C-E57D6999527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133032" y="3702445"/>
                <a:ext cx="2120901" cy="30318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11" imgW="2363405" imgH="3433525" progId="Origin95.Graph">
                        <p:embed/>
                      </p:oleObj>
                    </mc:Choice>
                    <mc:Fallback>
                      <p:oleObj name="Graph" r:id="rId11" imgW="2363405" imgH="3433525" progId="Origin95.Graph">
                        <p:embed/>
                        <p:pic>
                          <p:nvPicPr>
                            <p:cNvPr id="12304" name="Object 6">
                              <a:extLst>
                                <a:ext uri="{FF2B5EF4-FFF2-40B4-BE49-F238E27FC236}">
                                  <a16:creationId xmlns:a16="http://schemas.microsoft.com/office/drawing/2014/main" id="{054E848D-F3DB-0EE7-6C9C-E57D6999527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33032" y="3702445"/>
                              <a:ext cx="2120901" cy="303180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305" name="Object 6">
                  <a:extLst>
                    <a:ext uri="{FF2B5EF4-FFF2-40B4-BE49-F238E27FC236}">
                      <a16:creationId xmlns:a16="http://schemas.microsoft.com/office/drawing/2014/main" id="{3862B2FB-F169-5BEE-FBAA-FEC6E2E9C79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210555" y="3725023"/>
                <a:ext cx="2344738" cy="3009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13" imgW="2522043" imgH="3411042" progId="Origin95.Graph">
                        <p:embed/>
                      </p:oleObj>
                    </mc:Choice>
                    <mc:Fallback>
                      <p:oleObj name="Graph" r:id="rId13" imgW="2522043" imgH="3411042" progId="Origin95.Graph">
                        <p:embed/>
                        <p:pic>
                          <p:nvPicPr>
                            <p:cNvPr id="12305" name="Object 6">
                              <a:extLst>
                                <a:ext uri="{FF2B5EF4-FFF2-40B4-BE49-F238E27FC236}">
                                  <a16:creationId xmlns:a16="http://schemas.microsoft.com/office/drawing/2014/main" id="{3862B2FB-F169-5BEE-FBAA-FEC6E2E9C797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10555" y="3725023"/>
                              <a:ext cx="2344738" cy="3009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09" name="TextBox 1">
                  <a:extLst>
                    <a:ext uri="{FF2B5EF4-FFF2-40B4-BE49-F238E27FC236}">
                      <a16:creationId xmlns:a16="http://schemas.microsoft.com/office/drawing/2014/main" id="{73DE2B3F-B45A-34B8-192E-313AB0E00B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60854" y="3620072"/>
                  <a:ext cx="595036" cy="4770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altLang="en-US" sz="25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(d)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CE858CD-CF9E-D079-B1EC-C67CD847787B}"/>
                  </a:ext>
                </a:extLst>
              </p:cNvPr>
              <p:cNvGrpSpPr/>
              <p:nvPr/>
            </p:nvGrpSpPr>
            <p:grpSpPr>
              <a:xfrm>
                <a:off x="7871829" y="3523382"/>
                <a:ext cx="3839035" cy="3137438"/>
                <a:chOff x="2853400" y="1408221"/>
                <a:chExt cx="3839035" cy="3137438"/>
              </a:xfrm>
            </p:grpSpPr>
            <p:graphicFrame>
              <p:nvGraphicFramePr>
                <p:cNvPr id="6" name="Object 5">
                  <a:extLst>
                    <a:ext uri="{FF2B5EF4-FFF2-40B4-BE49-F238E27FC236}">
                      <a16:creationId xmlns:a16="http://schemas.microsoft.com/office/drawing/2014/main" id="{E95CC1CA-2F5A-118F-9A6C-2E594C7DE6C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098723" y="1513856"/>
                <a:ext cx="3593712" cy="30318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Graph" r:id="rId15" imgW="12207027" imgH="8326743" progId="Origin95.Graph">
                        <p:embed/>
                      </p:oleObj>
                    </mc:Choice>
                    <mc:Fallback>
                      <p:oleObj name="Graph" r:id="rId15" imgW="12207027" imgH="8326743" progId="Origin95.Graph">
                        <p:embed/>
                        <p:pic>
                          <p:nvPicPr>
                            <p:cNvPr id="6" name="Object 5">
                              <a:extLst>
                                <a:ext uri="{FF2B5EF4-FFF2-40B4-BE49-F238E27FC236}">
                                  <a16:creationId xmlns:a16="http://schemas.microsoft.com/office/drawing/2014/main" id="{E95CC1CA-2F5A-118F-9A6C-2E594C7DE6C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98723" y="1513856"/>
                              <a:ext cx="3593712" cy="303180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" name="TextBox 3">
                  <a:extLst>
                    <a:ext uri="{FF2B5EF4-FFF2-40B4-BE49-F238E27FC236}">
                      <a16:creationId xmlns:a16="http://schemas.microsoft.com/office/drawing/2014/main" id="{4A1AB978-D2EA-A11B-A198-118481AA96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3400" y="1408221"/>
                  <a:ext cx="577402" cy="4770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25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(e)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5">
            <a:extLst>
              <a:ext uri="{FF2B5EF4-FFF2-40B4-BE49-F238E27FC236}">
                <a16:creationId xmlns:a16="http://schemas.microsoft.com/office/drawing/2014/main" id="{F4EE5DB5-B0BC-6C7A-EFE3-9B28A4E9D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75" y="6256338"/>
            <a:ext cx="992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 dirty="0"/>
              <a:t>Figure 6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0C403B-6BC7-7D3E-485C-E42BDEE44058}"/>
              </a:ext>
            </a:extLst>
          </p:cNvPr>
          <p:cNvGrpSpPr/>
          <p:nvPr/>
        </p:nvGrpSpPr>
        <p:grpSpPr>
          <a:xfrm>
            <a:off x="1822005" y="288123"/>
            <a:ext cx="7801419" cy="5912652"/>
            <a:chOff x="1822005" y="288123"/>
            <a:chExt cx="7801419" cy="5912652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0A5241B5-0AC8-8A5B-7FA1-B42CF8D0A7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8876464"/>
                </p:ext>
              </p:extLst>
            </p:nvPr>
          </p:nvGraphicFramePr>
          <p:xfrm>
            <a:off x="5969000" y="407988"/>
            <a:ext cx="3654424" cy="2808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12061707" imgH="8436565" progId="Origin95.Graph">
                    <p:embed/>
                  </p:oleObj>
                </mc:Choice>
                <mc:Fallback>
                  <p:oleObj name="Graph" r:id="rId3" imgW="12061707" imgH="8436565" progId="Origin95.Graph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E9A03ABC-8013-BCD2-5744-504186A1AD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9000" y="407988"/>
                          <a:ext cx="3654424" cy="2808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38" name="Group 1">
              <a:extLst>
                <a:ext uri="{FF2B5EF4-FFF2-40B4-BE49-F238E27FC236}">
                  <a16:creationId xmlns:a16="http://schemas.microsoft.com/office/drawing/2014/main" id="{E14CD6B9-6489-46CF-EA8E-2E7DD08676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2005" y="3208926"/>
              <a:ext cx="7801419" cy="2991849"/>
              <a:chOff x="1979417" y="1075326"/>
              <a:chExt cx="7802038" cy="2991849"/>
            </a:xfrm>
          </p:grpSpPr>
          <p:graphicFrame>
            <p:nvGraphicFramePr>
              <p:cNvPr id="14340" name="Object 2">
                <a:extLst>
                  <a:ext uri="{FF2B5EF4-FFF2-40B4-BE49-F238E27FC236}">
                    <a16:creationId xmlns:a16="http://schemas.microsoft.com/office/drawing/2014/main" id="{1AFB196E-4AAE-47F5-F0F5-0F0CF509DA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5811568"/>
                  </p:ext>
                </p:extLst>
              </p:nvPr>
            </p:nvGraphicFramePr>
            <p:xfrm>
              <a:off x="6191833" y="1257300"/>
              <a:ext cx="3589622" cy="2809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12061707" imgH="8436565" progId="Origin95.Graph">
                      <p:embed/>
                    </p:oleObj>
                  </mc:Choice>
                  <mc:Fallback>
                    <p:oleObj name="Graph" r:id="rId5" imgW="12061707" imgH="8436565" progId="Origin95.Graph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91833" y="1257300"/>
                            <a:ext cx="3589622" cy="28098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41" name="Object 1">
                <a:extLst>
                  <a:ext uri="{FF2B5EF4-FFF2-40B4-BE49-F238E27FC236}">
                    <a16:creationId xmlns:a16="http://schemas.microsoft.com/office/drawing/2014/main" id="{05239B24-AE0E-26F2-2364-EFAFF1FCF6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8000531"/>
                  </p:ext>
                </p:extLst>
              </p:nvPr>
            </p:nvGraphicFramePr>
            <p:xfrm>
              <a:off x="2387882" y="1257300"/>
              <a:ext cx="3589622" cy="2809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7" imgW="12184648" imgH="8522698" progId="Origin95.Graph">
                      <p:embed/>
                    </p:oleObj>
                  </mc:Choice>
                  <mc:Fallback>
                    <p:oleObj name="Graph" r:id="rId7" imgW="12184648" imgH="8522698" progId="Origin95.Graph">
                      <p:embed/>
                      <p:pic>
                        <p:nvPicPr>
                          <p:cNvPr id="0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87882" y="1257300"/>
                            <a:ext cx="3589622" cy="28098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42" name="TextBox 3">
                <a:extLst>
                  <a:ext uri="{FF2B5EF4-FFF2-40B4-BE49-F238E27FC236}">
                    <a16:creationId xmlns:a16="http://schemas.microsoft.com/office/drawing/2014/main" id="{A7359CCD-2B93-039C-33E5-7212CAFF5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9417" y="1075326"/>
                <a:ext cx="577448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(c)</a:t>
                </a:r>
              </a:p>
            </p:txBody>
          </p:sp>
          <p:sp>
            <p:nvSpPr>
              <p:cNvPr id="14343" name="TextBox 3">
                <a:extLst>
                  <a:ext uri="{FF2B5EF4-FFF2-40B4-BE49-F238E27FC236}">
                    <a16:creationId xmlns:a16="http://schemas.microsoft.com/office/drawing/2014/main" id="{214C1D15-8D61-5C0E-C25E-1A0AAD5B3E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21340" y="1075326"/>
                <a:ext cx="595082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(d)</a:t>
                </a:r>
              </a:p>
            </p:txBody>
          </p:sp>
        </p:grpSp>
        <p:graphicFrame>
          <p:nvGraphicFramePr>
            <p:cNvPr id="2" name="Object 1">
              <a:extLst>
                <a:ext uri="{FF2B5EF4-FFF2-40B4-BE49-F238E27FC236}">
                  <a16:creationId xmlns:a16="http://schemas.microsoft.com/office/drawing/2014/main" id="{C46B9BDA-51EE-9911-5BBF-F1701ACA79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741155"/>
                </p:ext>
              </p:extLst>
            </p:nvPr>
          </p:nvGraphicFramePr>
          <p:xfrm>
            <a:off x="2185988" y="407988"/>
            <a:ext cx="3625850" cy="2808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12061707" imgH="8436565" progId="Origin95.Graph">
                    <p:embed/>
                  </p:oleObj>
                </mc:Choice>
                <mc:Fallback>
                  <p:oleObj name="Graph" r:id="rId9" imgW="12061707" imgH="8436565" progId="Origin95.Graph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A698AC15-EFC4-F8B0-62FE-9E385B6045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5988" y="407988"/>
                          <a:ext cx="3625850" cy="2808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5">
              <a:extLst>
                <a:ext uri="{FF2B5EF4-FFF2-40B4-BE49-F238E27FC236}">
                  <a16:creationId xmlns:a16="http://schemas.microsoft.com/office/drawing/2014/main" id="{7BC2071E-455B-E9FB-0D40-5CB3F46EE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2005" y="288123"/>
              <a:ext cx="4436653" cy="477054"/>
              <a:chOff x="2829764" y="402794"/>
              <a:chExt cx="3179499" cy="341639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FEA136-D792-B11D-D32D-6EBDE8560A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9764" y="402794"/>
                <a:ext cx="413792" cy="341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EBFC38-27BB-CF1D-B0DF-ACBA654D4A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2835" y="402794"/>
                <a:ext cx="426428" cy="341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en-US" sz="2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92BB08A-81D4-7800-5019-F9F15EA432C4}"/>
              </a:ext>
            </a:extLst>
          </p:cNvPr>
          <p:cNvGrpSpPr/>
          <p:nvPr/>
        </p:nvGrpSpPr>
        <p:grpSpPr>
          <a:xfrm>
            <a:off x="1592263" y="360363"/>
            <a:ext cx="8424048" cy="6064230"/>
            <a:chOff x="1592263" y="360363"/>
            <a:chExt cx="8424048" cy="6064230"/>
          </a:xfrm>
        </p:grpSpPr>
        <p:graphicFrame>
          <p:nvGraphicFramePr>
            <p:cNvPr id="16388" name="Object 5">
              <a:extLst>
                <a:ext uri="{FF2B5EF4-FFF2-40B4-BE49-F238E27FC236}">
                  <a16:creationId xmlns:a16="http://schemas.microsoft.com/office/drawing/2014/main" id="{4E9628ED-FAEC-6719-F63C-D2F6E2C35D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5924" y="3576160"/>
            <a:ext cx="3615597" cy="2848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12312928" imgH="8817126" progId="Origin95.Graph">
                    <p:embed/>
                  </p:oleObj>
                </mc:Choice>
                <mc:Fallback>
                  <p:oleObj name="Graph" r:id="rId3" imgW="12312928" imgH="8817126" progId="Origin95.Graph">
                    <p:embed/>
                    <p:pic>
                      <p:nvPicPr>
                        <p:cNvPr id="16388" name="Object 5">
                          <a:extLst>
                            <a:ext uri="{FF2B5EF4-FFF2-40B4-BE49-F238E27FC236}">
                              <a16:creationId xmlns:a16="http://schemas.microsoft.com/office/drawing/2014/main" id="{4E9628ED-FAEC-6719-F63C-D2F6E2C35D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5924" y="3576160"/>
                          <a:ext cx="3615597" cy="2848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1" name="TextBox 6">
              <a:extLst>
                <a:ext uri="{FF2B5EF4-FFF2-40B4-BE49-F238E27FC236}">
                  <a16:creationId xmlns:a16="http://schemas.microsoft.com/office/drawing/2014/main" id="{1EBA0DAB-16BD-5423-1441-DC6D42E3B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2263" y="360363"/>
              <a:ext cx="577402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6392" name="TextBox 7">
              <a:extLst>
                <a:ext uri="{FF2B5EF4-FFF2-40B4-BE49-F238E27FC236}">
                  <a16:creationId xmlns:a16="http://schemas.microsoft.com/office/drawing/2014/main" id="{F9092EE3-9A91-DAA4-E79A-71EEB474D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413" y="360363"/>
              <a:ext cx="595035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(b)</a:t>
              </a:r>
            </a:p>
          </p:txBody>
        </p:sp>
        <p:graphicFrame>
          <p:nvGraphicFramePr>
            <p:cNvPr id="16393" name="Object 3">
              <a:extLst>
                <a:ext uri="{FF2B5EF4-FFF2-40B4-BE49-F238E27FC236}">
                  <a16:creationId xmlns:a16="http://schemas.microsoft.com/office/drawing/2014/main" id="{0C7F7644-193C-7E64-8A21-90F19A5487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00714" y="3588126"/>
            <a:ext cx="3615597" cy="2836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12318457" imgH="8809914" progId="Origin95.Graph">
                    <p:embed/>
                  </p:oleObj>
                </mc:Choice>
                <mc:Fallback>
                  <p:oleObj name="Graph" r:id="rId5" imgW="12318457" imgH="8809914" progId="Origin95.Graph">
                    <p:embed/>
                    <p:pic>
                      <p:nvPicPr>
                        <p:cNvPr id="16393" name="Object 3">
                          <a:extLst>
                            <a:ext uri="{FF2B5EF4-FFF2-40B4-BE49-F238E27FC236}">
                              <a16:creationId xmlns:a16="http://schemas.microsoft.com/office/drawing/2014/main" id="{0C7F7644-193C-7E64-8A21-90F19A5487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0714" y="3588126"/>
                          <a:ext cx="3615597" cy="2836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4" name="TextBox 6">
              <a:extLst>
                <a:ext uri="{FF2B5EF4-FFF2-40B4-BE49-F238E27FC236}">
                  <a16:creationId xmlns:a16="http://schemas.microsoft.com/office/drawing/2014/main" id="{869E8072-8020-FE94-5513-CF6FB1BD8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8834" y="3635202"/>
              <a:ext cx="577402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(c)</a:t>
              </a:r>
            </a:p>
          </p:txBody>
        </p:sp>
        <p:sp>
          <p:nvSpPr>
            <p:cNvPr id="16395" name="TextBox 7">
              <a:extLst>
                <a:ext uri="{FF2B5EF4-FFF2-40B4-BE49-F238E27FC236}">
                  <a16:creationId xmlns:a16="http://schemas.microsoft.com/office/drawing/2014/main" id="{101A675D-B591-76F6-C758-95711C24A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135" y="3635202"/>
              <a:ext cx="595035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(d)</a:t>
              </a:r>
            </a:p>
          </p:txBody>
        </p:sp>
        <p:sp>
          <p:nvSpPr>
            <p:cNvPr id="16396" name="TextBox 16">
              <a:extLst>
                <a:ext uri="{FF2B5EF4-FFF2-40B4-BE49-F238E27FC236}">
                  <a16:creationId xmlns:a16="http://schemas.microsoft.com/office/drawing/2014/main" id="{B023F1C1-8293-D537-1293-554D3EDB2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399" y="4228459"/>
              <a:ext cx="510015" cy="4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V</a:t>
              </a:r>
              <a:r>
                <a:rPr kumimoji="0" lang="en-US" altLang="en-US" sz="12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</a:t>
              </a:r>
              <a:r>
                <a: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0.1 V</a:t>
              </a:r>
            </a:p>
          </p:txBody>
        </p:sp>
        <p:sp>
          <p:nvSpPr>
            <p:cNvPr id="16397" name="TextBox 17">
              <a:extLst>
                <a:ext uri="{FF2B5EF4-FFF2-40B4-BE49-F238E27FC236}">
                  <a16:creationId xmlns:a16="http://schemas.microsoft.com/office/drawing/2014/main" id="{89784BDD-7A6C-CDD4-9CE4-97F050FA9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399" y="4690088"/>
              <a:ext cx="510015" cy="4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V</a:t>
              </a:r>
              <a:r>
                <a:rPr kumimoji="0" lang="en-US" altLang="en-US" sz="12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</a:t>
              </a:r>
              <a:r>
                <a: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0.2 V</a:t>
              </a:r>
            </a:p>
          </p:txBody>
        </p:sp>
        <p:sp>
          <p:nvSpPr>
            <p:cNvPr id="16398" name="TextBox 18">
              <a:extLst>
                <a:ext uri="{FF2B5EF4-FFF2-40B4-BE49-F238E27FC236}">
                  <a16:creationId xmlns:a16="http://schemas.microsoft.com/office/drawing/2014/main" id="{15CC5D82-4025-6A80-3CF8-DF27600A5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399" y="5140077"/>
              <a:ext cx="510015" cy="4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V</a:t>
              </a:r>
              <a:r>
                <a:rPr kumimoji="0" lang="en-US" altLang="en-US" sz="12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</a:t>
              </a:r>
              <a:r>
                <a: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0.3 V</a:t>
              </a:r>
            </a:p>
          </p:txBody>
        </p:sp>
        <p:pic>
          <p:nvPicPr>
            <p:cNvPr id="16399" name="Picture 3">
              <a:extLst>
                <a:ext uri="{FF2B5EF4-FFF2-40B4-BE49-F238E27FC236}">
                  <a16:creationId xmlns:a16="http://schemas.microsoft.com/office/drawing/2014/main" id="{9F0DEAA8-647E-6C7D-5A90-7DD5E6221F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1095" y="4614696"/>
              <a:ext cx="2166676" cy="1257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00" name="TextBox 20">
              <a:extLst>
                <a:ext uri="{FF2B5EF4-FFF2-40B4-BE49-F238E27FC236}">
                  <a16:creationId xmlns:a16="http://schemas.microsoft.com/office/drawing/2014/main" id="{4EEB8F9D-1D9C-660B-5A2E-8FF9C7557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1975" y="4153067"/>
              <a:ext cx="510015" cy="4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V</a:t>
              </a:r>
              <a:r>
                <a:rPr kumimoji="0" lang="en-US" altLang="en-US" sz="12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</a:t>
              </a:r>
              <a:r>
                <a: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0.1 V</a:t>
              </a:r>
            </a:p>
          </p:txBody>
        </p:sp>
        <p:sp>
          <p:nvSpPr>
            <p:cNvPr id="16401" name="TextBox 21">
              <a:extLst>
                <a:ext uri="{FF2B5EF4-FFF2-40B4-BE49-F238E27FC236}">
                  <a16:creationId xmlns:a16="http://schemas.microsoft.com/office/drawing/2014/main" id="{280C9A82-B642-ED94-737B-8B3B71D37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87599" y="4706428"/>
              <a:ext cx="510015" cy="4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V</a:t>
              </a:r>
              <a:r>
                <a:rPr kumimoji="0" lang="en-US" altLang="en-US" sz="12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</a:t>
              </a:r>
              <a:r>
                <a: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0.2 V</a:t>
              </a:r>
            </a:p>
          </p:txBody>
        </p:sp>
        <p:sp>
          <p:nvSpPr>
            <p:cNvPr id="16402" name="TextBox 22">
              <a:extLst>
                <a:ext uri="{FF2B5EF4-FFF2-40B4-BE49-F238E27FC236}">
                  <a16:creationId xmlns:a16="http://schemas.microsoft.com/office/drawing/2014/main" id="{E4FEA566-28B7-8615-ACB5-ABDE2F3B5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87599" y="5169116"/>
              <a:ext cx="510015" cy="4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V</a:t>
              </a:r>
              <a:r>
                <a:rPr kumimoji="0" lang="en-US" altLang="en-US" sz="12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</a:t>
              </a:r>
              <a:r>
                <a: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=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0.3 V</a:t>
              </a:r>
            </a:p>
          </p:txBody>
        </p:sp>
        <p:pic>
          <p:nvPicPr>
            <p:cNvPr id="16403" name="Picture 3">
              <a:extLst>
                <a:ext uri="{FF2B5EF4-FFF2-40B4-BE49-F238E27FC236}">
                  <a16:creationId xmlns:a16="http://schemas.microsoft.com/office/drawing/2014/main" id="{6AD7E035-75D0-8353-EE57-602E69297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622" y="4551196"/>
              <a:ext cx="2166676" cy="1257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0FAF7D0-4BA0-942A-87C9-BD6341A41DC4}"/>
                </a:ext>
              </a:extLst>
            </p:cNvPr>
            <p:cNvCxnSpPr/>
            <p:nvPr/>
          </p:nvCxnSpPr>
          <p:spPr bwMode="auto">
            <a:xfrm flipH="1" flipV="1">
              <a:off x="3894138" y="3790950"/>
              <a:ext cx="266700" cy="311150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41953FB-9C6F-00FA-72BA-3B6941CA165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94263" y="4152900"/>
              <a:ext cx="346075" cy="604838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85EDA8D-0F8F-A7BC-A2C3-849FB7E897FF}"/>
                </a:ext>
              </a:extLst>
            </p:cNvPr>
            <p:cNvCxnSpPr/>
            <p:nvPr/>
          </p:nvCxnSpPr>
          <p:spPr bwMode="auto">
            <a:xfrm flipH="1" flipV="1">
              <a:off x="8029575" y="3722688"/>
              <a:ext cx="266700" cy="312737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E5F6090-C9EC-BE02-004E-2A45ED68114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9105900" y="4035425"/>
              <a:ext cx="346075" cy="603250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" name="Object 2">
              <a:extLst>
                <a:ext uri="{FF2B5EF4-FFF2-40B4-BE49-F238E27FC236}">
                  <a16:creationId xmlns:a16="http://schemas.microsoft.com/office/drawing/2014/main" id="{B313E63A-7662-E9FF-08D5-65A32DCC91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8067" y="536776"/>
            <a:ext cx="3974639" cy="2946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8" imgW="10656800" imgH="8425583" progId="Origin95.Graph">
                    <p:embed/>
                  </p:oleObj>
                </mc:Choice>
                <mc:Fallback>
                  <p:oleObj name="Graph" r:id="rId8" imgW="10656800" imgH="8425583" progId="Origin95.Graph">
                    <p:embed/>
                    <p:pic>
                      <p:nvPicPr>
                        <p:cNvPr id="2" name="Object 2">
                          <a:extLst>
                            <a:ext uri="{FF2B5EF4-FFF2-40B4-BE49-F238E27FC236}">
                              <a16:creationId xmlns:a16="http://schemas.microsoft.com/office/drawing/2014/main" id="{B313E63A-7662-E9FF-08D5-65A32DCC91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8067" y="536776"/>
                          <a:ext cx="3974639" cy="2946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1">
              <a:extLst>
                <a:ext uri="{FF2B5EF4-FFF2-40B4-BE49-F238E27FC236}">
                  <a16:creationId xmlns:a16="http://schemas.microsoft.com/office/drawing/2014/main" id="{F088B969-9CBA-598B-10BF-C646DF42D3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9294" y="572429"/>
            <a:ext cx="3839081" cy="2869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0" imgW="12687619" imgH="8856577" progId="Origin95.Graph">
                    <p:embed/>
                  </p:oleObj>
                </mc:Choice>
                <mc:Fallback>
                  <p:oleObj name="Graph" r:id="rId10" imgW="12687619" imgH="8856577" progId="Origin95.Graph">
                    <p:embed/>
                    <p:pic>
                      <p:nvPicPr>
                        <p:cNvPr id="5" name="Object 1">
                          <a:extLst>
                            <a:ext uri="{FF2B5EF4-FFF2-40B4-BE49-F238E27FC236}">
                              <a16:creationId xmlns:a16="http://schemas.microsoft.com/office/drawing/2014/main" id="{F088B969-9CBA-598B-10BF-C646DF42D3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294" y="572429"/>
                          <a:ext cx="3839081" cy="2869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0E768625-FEBC-A444-ED3F-1CE1163A6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75" y="6256338"/>
            <a:ext cx="992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Figure 7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0BABCCB-6A8F-8416-B3D2-E773C06BEAD3}"/>
              </a:ext>
            </a:extLst>
          </p:cNvPr>
          <p:cNvGrpSpPr/>
          <p:nvPr/>
        </p:nvGrpSpPr>
        <p:grpSpPr>
          <a:xfrm>
            <a:off x="1760417" y="1152525"/>
            <a:ext cx="8139233" cy="3116263"/>
            <a:chOff x="1760417" y="1152525"/>
            <a:chExt cx="8139233" cy="3116263"/>
          </a:xfrm>
        </p:grpSpPr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05256A0E-D290-4847-1C1A-4AA7F7BE59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356240"/>
                </p:ext>
              </p:extLst>
            </p:nvPr>
          </p:nvGraphicFramePr>
          <p:xfrm>
            <a:off x="5521325" y="1152525"/>
            <a:ext cx="4378325" cy="311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4888425" imgH="3472976" progId="Origin95.Graph">
                    <p:embed/>
                  </p:oleObj>
                </mc:Choice>
                <mc:Fallback>
                  <p:oleObj name="Graph" r:id="rId3" imgW="4888425" imgH="3472976" progId="Origin95.Graph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05256A0E-D290-4847-1C1A-4AA7F7BE59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21325" y="1152525"/>
                          <a:ext cx="4378325" cy="3116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4">
              <a:extLst>
                <a:ext uri="{FF2B5EF4-FFF2-40B4-BE49-F238E27FC236}">
                  <a16:creationId xmlns:a16="http://schemas.microsoft.com/office/drawing/2014/main" id="{D7272897-34AF-A070-DBC8-30161883C8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479547"/>
                </p:ext>
              </p:extLst>
            </p:nvPr>
          </p:nvGraphicFramePr>
          <p:xfrm>
            <a:off x="2006560" y="1358900"/>
            <a:ext cx="3308350" cy="284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10175521" imgH="8456975" progId="Origin95.Graph">
                    <p:embed/>
                  </p:oleObj>
                </mc:Choice>
                <mc:Fallback>
                  <p:oleObj name="Graph" r:id="rId5" imgW="10175521" imgH="8456975" progId="Origin95.Graph">
                    <p:embed/>
                    <p:pic>
                      <p:nvPicPr>
                        <p:cNvPr id="18" name="Object 4">
                          <a:extLst>
                            <a:ext uri="{FF2B5EF4-FFF2-40B4-BE49-F238E27FC236}">
                              <a16:creationId xmlns:a16="http://schemas.microsoft.com/office/drawing/2014/main" id="{D7272897-34AF-A070-DBC8-30161883C8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560" y="1358900"/>
                          <a:ext cx="3308350" cy="284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2">
              <a:extLst>
                <a:ext uri="{FF2B5EF4-FFF2-40B4-BE49-F238E27FC236}">
                  <a16:creationId xmlns:a16="http://schemas.microsoft.com/office/drawing/2014/main" id="{F87C7A4B-CB96-EA84-1EC1-53AFE8208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417" y="1237056"/>
              <a:ext cx="577402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BD012BEC-DBE4-792F-8B45-E4A4D7C00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4910" y="1237056"/>
              <a:ext cx="595035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(b)</a:t>
              </a:r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62F9EFBF-E098-80EB-D02D-C06C3F29C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75" y="6256338"/>
            <a:ext cx="992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 dirty="0"/>
              <a:t>Figure 8 </a:t>
            </a:r>
          </a:p>
        </p:txBody>
      </p:sp>
    </p:spTree>
    <p:extLst>
      <p:ext uri="{BB962C8B-B14F-4D97-AF65-F5344CB8AC3E}">
        <p14:creationId xmlns:p14="http://schemas.microsoft.com/office/powerpoint/2010/main" val="133990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773C-B009-0619-795E-B88B848A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369B7BD-D5E2-6A0E-2B9C-176758411789}"/>
              </a:ext>
            </a:extLst>
          </p:cNvPr>
          <p:cNvGrpSpPr/>
          <p:nvPr/>
        </p:nvGrpSpPr>
        <p:grpSpPr>
          <a:xfrm>
            <a:off x="1047778" y="177800"/>
            <a:ext cx="9085235" cy="6475413"/>
            <a:chOff x="1047778" y="177800"/>
            <a:chExt cx="9085235" cy="647541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32AED8E-C671-204A-8E17-21FE4DECCEB8}"/>
                </a:ext>
              </a:extLst>
            </p:cNvPr>
            <p:cNvGrpSpPr/>
            <p:nvPr/>
          </p:nvGrpSpPr>
          <p:grpSpPr>
            <a:xfrm>
              <a:off x="6046788" y="330200"/>
              <a:ext cx="4086225" cy="3100388"/>
              <a:chOff x="1529889" y="291697"/>
              <a:chExt cx="4086225" cy="3097773"/>
            </a:xfrm>
          </p:grpSpPr>
          <p:graphicFrame>
            <p:nvGraphicFramePr>
              <p:cNvPr id="20485" name="Object 1">
                <a:extLst>
                  <a:ext uri="{FF2B5EF4-FFF2-40B4-BE49-F238E27FC236}">
                    <a16:creationId xmlns:a16="http://schemas.microsoft.com/office/drawing/2014/main" id="{D878674E-F095-392F-C010-FF0F8DD235D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29889" y="291697"/>
              <a:ext cx="4086225" cy="30977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10149381" imgH="7969976" progId="Origin95.Graph">
                      <p:embed/>
                    </p:oleObj>
                  </mc:Choice>
                  <mc:Fallback>
                    <p:oleObj name="Graph" r:id="rId3" imgW="10149381" imgH="7969976" progId="Origin95.Graph">
                      <p:embed/>
                      <p:pic>
                        <p:nvPicPr>
                          <p:cNvPr id="20485" name="Object 1">
                            <a:extLst>
                              <a:ext uri="{FF2B5EF4-FFF2-40B4-BE49-F238E27FC236}">
                                <a16:creationId xmlns:a16="http://schemas.microsoft.com/office/drawing/2014/main" id="{D878674E-F095-392F-C010-FF0F8DD235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9889" y="291697"/>
                            <a:ext cx="4086225" cy="30977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6" name="Object 6">
                <a:extLst>
                  <a:ext uri="{FF2B5EF4-FFF2-40B4-BE49-F238E27FC236}">
                    <a16:creationId xmlns:a16="http://schemas.microsoft.com/office/drawing/2014/main" id="{69E16C77-DFB6-94DA-E837-0C5505669B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80831" y="359882"/>
              <a:ext cx="1630306" cy="1843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2470581" imgH="3002956" progId="Origin95.Graph">
                      <p:embed/>
                    </p:oleObj>
                  </mc:Choice>
                  <mc:Fallback>
                    <p:oleObj name="Graph" r:id="rId5" imgW="2470581" imgH="3002956" progId="Origin95.Graph">
                      <p:embed/>
                      <p:pic>
                        <p:nvPicPr>
                          <p:cNvPr id="20486" name="Object 6">
                            <a:extLst>
                              <a:ext uri="{FF2B5EF4-FFF2-40B4-BE49-F238E27FC236}">
                                <a16:creationId xmlns:a16="http://schemas.microsoft.com/office/drawing/2014/main" id="{69E16C77-DFB6-94DA-E837-0C5505669B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80831" y="359882"/>
                            <a:ext cx="1630306" cy="18430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21004B7B-A69B-D595-57F1-FBF18416CD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1150" y="344488"/>
            <a:ext cx="4183063" cy="304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9855302" imgH="7318466" progId="Origin95.Graph">
                    <p:embed/>
                  </p:oleObj>
                </mc:Choice>
                <mc:Fallback>
                  <p:oleObj name="Graph" r:id="rId7" imgW="9855302" imgH="7318466" progId="Origin95.Graph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21004B7B-A69B-D595-57F1-FBF18416CD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81150" y="344488"/>
                          <a:ext cx="4183063" cy="30495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4" name="Object 3">
              <a:extLst>
                <a:ext uri="{FF2B5EF4-FFF2-40B4-BE49-F238E27FC236}">
                  <a16:creationId xmlns:a16="http://schemas.microsoft.com/office/drawing/2014/main" id="{BDBE4AE1-CA03-A525-158C-D4C78BE139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00763" y="3592513"/>
            <a:ext cx="4022725" cy="306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9995398" imgH="7857309" progId="Origin95.Graph">
                    <p:embed/>
                  </p:oleObj>
                </mc:Choice>
                <mc:Fallback>
                  <p:oleObj name="Graph" r:id="rId9" imgW="9995398" imgH="7857309" progId="Origin95.Graph">
                    <p:embed/>
                    <p:pic>
                      <p:nvPicPr>
                        <p:cNvPr id="20484" name="Object 3">
                          <a:extLst>
                            <a:ext uri="{FF2B5EF4-FFF2-40B4-BE49-F238E27FC236}">
                              <a16:creationId xmlns:a16="http://schemas.microsoft.com/office/drawing/2014/main" id="{BDBE4AE1-CA03-A525-158C-D4C78BE139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0763" y="3592513"/>
                          <a:ext cx="4022725" cy="306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CDFEF370-34F6-9D94-0BE2-63E8E1D7F6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6875" y="3552825"/>
            <a:ext cx="4073525" cy="310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1" imgW="10213506" imgH="8172042" progId="Origin95.Graph">
                    <p:embed/>
                  </p:oleObj>
                </mc:Choice>
                <mc:Fallback>
                  <p:oleObj name="Graph" r:id="rId11" imgW="10213506" imgH="8172042" progId="Origin95.Graph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CDFEF370-34F6-9D94-0BE2-63E8E1D7F6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66875" y="3552825"/>
                          <a:ext cx="4073525" cy="3100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7" name="Object 6">
              <a:extLst>
                <a:ext uri="{FF2B5EF4-FFF2-40B4-BE49-F238E27FC236}">
                  <a16:creationId xmlns:a16="http://schemas.microsoft.com/office/drawing/2014/main" id="{B7394937-600D-602E-AA42-0A7F6BEDB2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57236" y="4233334"/>
            <a:ext cx="1650087" cy="1806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3" imgW="2744901" imgH="3079313" progId="Origin95.Graph">
                    <p:embed/>
                  </p:oleObj>
                </mc:Choice>
                <mc:Fallback>
                  <p:oleObj name="Graph" r:id="rId13" imgW="2744901" imgH="3079313" progId="Origin95.Graph">
                    <p:embed/>
                    <p:pic>
                      <p:nvPicPr>
                        <p:cNvPr id="20487" name="Object 6">
                          <a:extLst>
                            <a:ext uri="{FF2B5EF4-FFF2-40B4-BE49-F238E27FC236}">
                              <a16:creationId xmlns:a16="http://schemas.microsoft.com/office/drawing/2014/main" id="{B7394937-600D-602E-AA42-0A7F6BEDB2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7236" y="4233334"/>
                          <a:ext cx="1650087" cy="1806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8" name="TextBox 3">
              <a:extLst>
                <a:ext uri="{FF2B5EF4-FFF2-40B4-BE49-F238E27FC236}">
                  <a16:creationId xmlns:a16="http://schemas.microsoft.com/office/drawing/2014/main" id="{1A7A35B0-C021-8BA4-D6AF-F775D6DF0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595" y="177800"/>
              <a:ext cx="577381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20489" name="TextBox 3">
              <a:extLst>
                <a:ext uri="{FF2B5EF4-FFF2-40B4-BE49-F238E27FC236}">
                  <a16:creationId xmlns:a16="http://schemas.microsoft.com/office/drawing/2014/main" id="{DB319B05-AE86-DCAE-4B46-2D29AE7BF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526" y="177800"/>
              <a:ext cx="595014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992B93-88DD-54B1-F015-464124F79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6337" y="3469890"/>
              <a:ext cx="595035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(d)</a:t>
              </a:r>
            </a:p>
          </p:txBody>
        </p:sp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1FCB78ED-7D9D-E806-1F04-5918D9D2D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7778" y="3469890"/>
              <a:ext cx="577402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(c)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5EFD21F9-7D5A-3E61-984E-86DABC4E4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75" y="6256338"/>
            <a:ext cx="992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/>
              <a:t>Figure 9 </a:t>
            </a:r>
            <a:endParaRPr lang="en-GB" alt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32641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>
            <a:extLst>
              <a:ext uri="{FF2B5EF4-FFF2-40B4-BE49-F238E27FC236}">
                <a16:creationId xmlns:a16="http://schemas.microsoft.com/office/drawing/2014/main" id="{74BCCEC4-954D-2463-1AE8-6B5CD9E30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2288" y="6070600"/>
            <a:ext cx="1057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i="1"/>
              <a:t>Figure 10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CF8602-235B-59B4-0C85-CF16BAE483DB}"/>
              </a:ext>
            </a:extLst>
          </p:cNvPr>
          <p:cNvGrpSpPr/>
          <p:nvPr/>
        </p:nvGrpSpPr>
        <p:grpSpPr>
          <a:xfrm>
            <a:off x="1816799" y="117944"/>
            <a:ext cx="8423275" cy="6529208"/>
            <a:chOff x="1816799" y="117944"/>
            <a:chExt cx="8423275" cy="6529208"/>
          </a:xfrm>
        </p:grpSpPr>
        <p:graphicFrame>
          <p:nvGraphicFramePr>
            <p:cNvPr id="22532" name="Object 6">
              <a:extLst>
                <a:ext uri="{FF2B5EF4-FFF2-40B4-BE49-F238E27FC236}">
                  <a16:creationId xmlns:a16="http://schemas.microsoft.com/office/drawing/2014/main" id="{1E691279-3557-54FD-6C2C-DE41745434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6621608"/>
                </p:ext>
              </p:extLst>
            </p:nvPr>
          </p:nvGraphicFramePr>
          <p:xfrm>
            <a:off x="7206120" y="3808943"/>
            <a:ext cx="1796722" cy="2838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030366" imgH="3198359" progId="Origin95.Graph">
                    <p:embed/>
                  </p:oleObj>
                </mc:Choice>
                <mc:Fallback>
                  <p:oleObj name="Graph" r:id="rId3" imgW="2030366" imgH="3198359" progId="Origin95.Graph">
                    <p:embed/>
                    <p:pic>
                      <p:nvPicPr>
                        <p:cNvPr id="22532" name="Object 6">
                          <a:extLst>
                            <a:ext uri="{FF2B5EF4-FFF2-40B4-BE49-F238E27FC236}">
                              <a16:creationId xmlns:a16="http://schemas.microsoft.com/office/drawing/2014/main" id="{1E691279-3557-54FD-6C2C-DE41745434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6120" y="3808943"/>
                          <a:ext cx="1796722" cy="2838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3" name="Object 6">
              <a:extLst>
                <a:ext uri="{FF2B5EF4-FFF2-40B4-BE49-F238E27FC236}">
                  <a16:creationId xmlns:a16="http://schemas.microsoft.com/office/drawing/2014/main" id="{12602A61-D0F6-BF9D-D0D3-E8484AE3E2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7784472"/>
                </p:ext>
              </p:extLst>
            </p:nvPr>
          </p:nvGraphicFramePr>
          <p:xfrm>
            <a:off x="2886220" y="3791390"/>
            <a:ext cx="1992616" cy="285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222743" imgH="3233465" progId="Origin95.Graph">
                    <p:embed/>
                  </p:oleObj>
                </mc:Choice>
                <mc:Fallback>
                  <p:oleObj name="Graph" r:id="rId5" imgW="2222743" imgH="3233465" progId="Origin95.Graph">
                    <p:embed/>
                    <p:pic>
                      <p:nvPicPr>
                        <p:cNvPr id="22533" name="Object 6">
                          <a:extLst>
                            <a:ext uri="{FF2B5EF4-FFF2-40B4-BE49-F238E27FC236}">
                              <a16:creationId xmlns:a16="http://schemas.microsoft.com/office/drawing/2014/main" id="{12602A61-D0F6-BF9D-D0D3-E8484AE3E2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6220" y="3791390"/>
                          <a:ext cx="1992616" cy="285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4" name="Object 6">
              <a:extLst>
                <a:ext uri="{FF2B5EF4-FFF2-40B4-BE49-F238E27FC236}">
                  <a16:creationId xmlns:a16="http://schemas.microsoft.com/office/drawing/2014/main" id="{D47309BD-5CA1-9A7D-9AC2-A5F4D57A1A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251965"/>
                </p:ext>
              </p:extLst>
            </p:nvPr>
          </p:nvGraphicFramePr>
          <p:xfrm>
            <a:off x="5010248" y="3684651"/>
            <a:ext cx="2000954" cy="2962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096942" imgH="3240405" progId="Origin95.Graph">
                    <p:embed/>
                  </p:oleObj>
                </mc:Choice>
                <mc:Fallback>
                  <p:oleObj name="Graph" r:id="rId7" imgW="2096942" imgH="3240405" progId="Origin95.Graph">
                    <p:embed/>
                    <p:pic>
                      <p:nvPicPr>
                        <p:cNvPr id="22534" name="Object 6">
                          <a:extLst>
                            <a:ext uri="{FF2B5EF4-FFF2-40B4-BE49-F238E27FC236}">
                              <a16:creationId xmlns:a16="http://schemas.microsoft.com/office/drawing/2014/main" id="{D47309BD-5CA1-9A7D-9AC2-A5F4D57A1A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0248" y="3684651"/>
                          <a:ext cx="2000954" cy="2962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5" name="Object 4">
              <a:extLst>
                <a:ext uri="{FF2B5EF4-FFF2-40B4-BE49-F238E27FC236}">
                  <a16:creationId xmlns:a16="http://schemas.microsoft.com/office/drawing/2014/main" id="{05D76FB7-2683-76D1-3C5E-9A2C70EEB7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109302"/>
                </p:ext>
              </p:extLst>
            </p:nvPr>
          </p:nvGraphicFramePr>
          <p:xfrm>
            <a:off x="2226432" y="376788"/>
            <a:ext cx="3753422" cy="2733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10898055" imgH="8225518" progId="Origin95.Graph">
                    <p:embed/>
                  </p:oleObj>
                </mc:Choice>
                <mc:Fallback>
                  <p:oleObj name="Graph" r:id="rId9" imgW="10898055" imgH="8225518" progId="Origin95.Graph">
                    <p:embed/>
                    <p:pic>
                      <p:nvPicPr>
                        <p:cNvPr id="22535" name="Object 4">
                          <a:extLst>
                            <a:ext uri="{FF2B5EF4-FFF2-40B4-BE49-F238E27FC236}">
                              <a16:creationId xmlns:a16="http://schemas.microsoft.com/office/drawing/2014/main" id="{05D76FB7-2683-76D1-3C5E-9A2C70EEB7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6432" y="376788"/>
                          <a:ext cx="3753422" cy="2733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6" name="Object 6">
              <a:extLst>
                <a:ext uri="{FF2B5EF4-FFF2-40B4-BE49-F238E27FC236}">
                  <a16:creationId xmlns:a16="http://schemas.microsoft.com/office/drawing/2014/main" id="{9F84CAC3-7FD2-A2C3-9D43-2BA26CA42E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527893"/>
                </p:ext>
              </p:extLst>
            </p:nvPr>
          </p:nvGraphicFramePr>
          <p:xfrm>
            <a:off x="6028437" y="375648"/>
            <a:ext cx="3563238" cy="2788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1" imgW="10904999" imgH="8412072" progId="Origin95.Graph">
                    <p:embed/>
                  </p:oleObj>
                </mc:Choice>
                <mc:Fallback>
                  <p:oleObj name="Graph" r:id="rId11" imgW="10904999" imgH="8412072" progId="Origin95.Graph">
                    <p:embed/>
                    <p:pic>
                      <p:nvPicPr>
                        <p:cNvPr id="22536" name="Object 6">
                          <a:extLst>
                            <a:ext uri="{FF2B5EF4-FFF2-40B4-BE49-F238E27FC236}">
                              <a16:creationId xmlns:a16="http://schemas.microsoft.com/office/drawing/2014/main" id="{9F84CAC3-7FD2-A2C3-9D43-2BA26CA42E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8437" y="375648"/>
                          <a:ext cx="3563238" cy="27887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7" name="TextBox 2">
              <a:extLst>
                <a:ext uri="{FF2B5EF4-FFF2-40B4-BE49-F238E27FC236}">
                  <a16:creationId xmlns:a16="http://schemas.microsoft.com/office/drawing/2014/main" id="{44561731-E581-1544-D8D0-3340722F1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288" y="117944"/>
              <a:ext cx="577402" cy="47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2500" b="1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22538" name="TextBox 2">
              <a:extLst>
                <a:ext uri="{FF2B5EF4-FFF2-40B4-BE49-F238E27FC236}">
                  <a16:creationId xmlns:a16="http://schemas.microsoft.com/office/drawing/2014/main" id="{1E72BEA1-1128-688F-8BAB-7063111FD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034" y="117944"/>
              <a:ext cx="595035" cy="47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2500" b="1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22539" name="TextBox 2">
              <a:extLst>
                <a:ext uri="{FF2B5EF4-FFF2-40B4-BE49-F238E27FC236}">
                  <a16:creationId xmlns:a16="http://schemas.microsoft.com/office/drawing/2014/main" id="{6E03799F-4B2A-4A5E-F5AB-6ADE2AC9F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5699" y="3539880"/>
              <a:ext cx="577402" cy="47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2500" b="1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  <p:sp>
          <p:nvSpPr>
            <p:cNvPr id="22540" name="TextBox 2">
              <a:extLst>
                <a:ext uri="{FF2B5EF4-FFF2-40B4-BE49-F238E27FC236}">
                  <a16:creationId xmlns:a16="http://schemas.microsoft.com/office/drawing/2014/main" id="{725ABBBB-C51D-026F-849C-4058AF5D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8207" y="3539880"/>
              <a:ext cx="595035" cy="47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2500" b="1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</a:p>
          </p:txBody>
        </p:sp>
        <p:sp>
          <p:nvSpPr>
            <p:cNvPr id="22541" name="TextBox 2">
              <a:extLst>
                <a:ext uri="{FF2B5EF4-FFF2-40B4-BE49-F238E27FC236}">
                  <a16:creationId xmlns:a16="http://schemas.microsoft.com/office/drawing/2014/main" id="{4D12E836-9ABC-0F5D-F759-96BF12618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0242" y="3539880"/>
              <a:ext cx="577402" cy="47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altLang="en-US" sz="2500" b="1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</a:p>
          </p:txBody>
        </p:sp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E925B846-872D-60D9-5781-94A80FA1A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799" y="3060793"/>
              <a:ext cx="84232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dirty="0"/>
                <a:t># of stacked sheets: 3 (FSH FET and NC-FSH FET); 4 (NSH FET and NC-NSH FET)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en-US" sz="1600" b="1" dirty="0"/>
                <a:t>Width of stacked sheet: 21 nm (FSH FET and NC-FSH FET); 12 nm (NSH FET and NC-NSH FET)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16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29831</TotalTime>
  <Words>363</Words>
  <Application>Microsoft Office PowerPoint</Application>
  <PresentationFormat>Widescreen</PresentationFormat>
  <Paragraphs>110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Times</vt:lpstr>
      <vt:lpstr>Times New Roman</vt:lpstr>
      <vt:lpstr>Office Theme</vt:lpstr>
      <vt:lpstr>2_Office Theme</vt:lpstr>
      <vt:lpstr>Equation</vt:lpstr>
      <vt:lpstr>Graph</vt:lpstr>
      <vt:lpstr>Unicode Origin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Yeasin Arafat Pritom</dc:creator>
  <cp:lastModifiedBy>Mainul Hossain</cp:lastModifiedBy>
  <cp:revision>723</cp:revision>
  <dcterms:created xsi:type="dcterms:W3CDTF">2023-03-22T21:12:22Z</dcterms:created>
  <dcterms:modified xsi:type="dcterms:W3CDTF">2024-11-22T17:35:34Z</dcterms:modified>
</cp:coreProperties>
</file>